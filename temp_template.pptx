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Inter"/>
      <p:regular r:id="rId27"/>
      <p:bold r:id="rId28"/>
      <p:italic r:id="rId29"/>
      <p:boldItalic r:id="rId30"/>
    </p:embeddedFont>
    <p:embeddedFont>
      <p:font typeface="Inter Medium"/>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Inter-bold.fntdata"/><Relationship Id="rId27" Type="http://schemas.openxmlformats.org/officeDocument/2006/relationships/font" Target="fonts/Inter-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nter-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Medium-regular.fntdata"/><Relationship Id="rId30" Type="http://schemas.openxmlformats.org/officeDocument/2006/relationships/font" Target="fonts/Inter-boldItalic.fntdata"/><Relationship Id="rId11" Type="http://schemas.openxmlformats.org/officeDocument/2006/relationships/slide" Target="slides/slide6.xml"/><Relationship Id="rId33" Type="http://schemas.openxmlformats.org/officeDocument/2006/relationships/font" Target="fonts/InterMedium-italic.fntdata"/><Relationship Id="rId10" Type="http://schemas.openxmlformats.org/officeDocument/2006/relationships/slide" Target="slides/slide5.xml"/><Relationship Id="rId32" Type="http://schemas.openxmlformats.org/officeDocument/2006/relationships/font" Target="fonts/InterMedium-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InterMedium-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2b5f992ae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2b5f992ae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2b5f992ae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2b5f992ae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Needed - </a:t>
            </a:r>
            <a:r>
              <a:rPr lang="en"/>
              <a:t>Reviewed </a:t>
            </a:r>
            <a:br>
              <a:rPr lang="en"/>
            </a:b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2b5f992ae0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2b5f992ae0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Needed - Reviewed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2b5f992ae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2b5f992ae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Needed - Reviewed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2b5f992ae0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2b5f992ae0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Double check / See if needed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2b5f992ae0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2b5f992ae0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Needed -  </a:t>
            </a:r>
            <a:r>
              <a:rPr lang="en">
                <a:solidFill>
                  <a:schemeClr val="dk1"/>
                </a:solidFill>
              </a:rPr>
              <a:t>Reviewed - is this metric counting comments and DMs together? </a:t>
            </a:r>
            <a:br>
              <a:rPr lang="en">
                <a:solidFill>
                  <a:schemeClr val="dk1"/>
                </a:solidFill>
              </a:rPr>
            </a:br>
            <a:r>
              <a:rPr lang="en">
                <a:solidFill>
                  <a:schemeClr val="dk1"/>
                </a:solidFill>
              </a:rPr>
              <a:t>Would it be possible to include the amount which was answered by the user (technical issues)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2b5f992ae0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2b5f992ae0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Needed - Reviewed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2b5f992ae0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2b5f992ae0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Needed - Reviewed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4266ae68e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4266ae68e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Needed - Reviewed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2b5f992ae0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2b5f992ae0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2b5f992ae0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2b5f992ae0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2b5f992ae0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2b5f992ae0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2b5f992ae0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2b5f992ae0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Needed - Reviewed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b7479e290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b7479e290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Needed - Reviewed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60d4eb676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60d4eb676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60d4eb6763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60d4eb6763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60d4eb676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60d4eb676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60d4eb6763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60d4eb6763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695d7305e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695d7305e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60d4eb6763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60d4eb6763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60d4eb6763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60d4eb6763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worker">
  <p:cSld name="TITLE_2_3_1_1">
    <p:bg>
      <p:bgPr>
        <a:solidFill>
          <a:srgbClr val="F2F2F2"/>
        </a:solidFill>
      </p:bgPr>
    </p:bg>
    <p:spTree>
      <p:nvGrpSpPr>
        <p:cNvPr id="50" name="Shape 50"/>
        <p:cNvGrpSpPr/>
        <p:nvPr/>
      </p:nvGrpSpPr>
      <p:grpSpPr>
        <a:xfrm>
          <a:off x="0" y="0"/>
          <a:ext cx="0" cy="0"/>
          <a:chOff x="0" y="0"/>
          <a:chExt cx="0" cy="0"/>
        </a:xfrm>
      </p:grpSpPr>
      <p:pic>
        <p:nvPicPr>
          <p:cNvPr id="51" name="Google Shape;51;p13"/>
          <p:cNvPicPr preferRelativeResize="0"/>
          <p:nvPr/>
        </p:nvPicPr>
        <p:blipFill>
          <a:blip r:embed="rId2">
            <a:alphaModFix/>
          </a:blip>
          <a:stretch>
            <a:fillRect/>
          </a:stretch>
        </p:blipFill>
        <p:spPr>
          <a:xfrm>
            <a:off x="180000" y="179972"/>
            <a:ext cx="547087" cy="114600"/>
          </a:xfrm>
          <a:prstGeom prst="rect">
            <a:avLst/>
          </a:prstGeom>
          <a:noFill/>
          <a:ln>
            <a:noFill/>
          </a:ln>
        </p:spPr>
      </p:pic>
      <p:sp>
        <p:nvSpPr>
          <p:cNvPr id="52" name="Google Shape;52;p13"/>
          <p:cNvSpPr txBox="1"/>
          <p:nvPr>
            <p:ph type="ctrTitle"/>
          </p:nvPr>
        </p:nvSpPr>
        <p:spPr>
          <a:xfrm>
            <a:off x="180000" y="540000"/>
            <a:ext cx="4392000" cy="4423500"/>
          </a:xfrm>
          <a:prstGeom prst="rect">
            <a:avLst/>
          </a:prstGeom>
        </p:spPr>
        <p:txBody>
          <a:bodyPr anchorCtr="0" anchor="t" bIns="0" lIns="0" spcFirstLastPara="1" rIns="72000" wrap="square" tIns="0">
            <a:normAutofit/>
          </a:bodyPr>
          <a:lstStyle>
            <a:lvl1pPr lvl="0">
              <a:spcBef>
                <a:spcPts val="0"/>
              </a:spcBef>
              <a:spcAft>
                <a:spcPts val="0"/>
              </a:spcAft>
              <a:buClr>
                <a:srgbClr val="000000"/>
              </a:buClr>
              <a:buSzPts val="1800"/>
              <a:buNone/>
              <a:defRPr sz="1800">
                <a:solidFill>
                  <a:srgbClr val="000000"/>
                </a:solidFill>
              </a:defRPr>
            </a:lvl1pPr>
            <a:lvl2pPr lvl="1">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2pPr>
            <a:lvl3pPr lvl="2">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3pPr>
            <a:lvl4pPr lvl="3">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4pPr>
            <a:lvl5pPr lvl="4">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5pPr>
            <a:lvl6pPr lvl="5">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6pPr>
            <a:lvl7pPr lvl="6">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7pPr>
            <a:lvl8pPr lvl="7">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8pPr>
            <a:lvl9pPr lvl="8">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9pPr>
          </a:lstStyle>
          <a:p/>
        </p:txBody>
      </p:sp>
      <p:sp>
        <p:nvSpPr>
          <p:cNvPr id="53" name="Google Shape;53;p13"/>
          <p:cNvSpPr txBox="1"/>
          <p:nvPr>
            <p:ph idx="12" type="sldNum"/>
          </p:nvPr>
        </p:nvSpPr>
        <p:spPr>
          <a:xfrm>
            <a:off x="8252100" y="179975"/>
            <a:ext cx="711900" cy="114600"/>
          </a:xfrm>
          <a:prstGeom prst="rect">
            <a:avLst/>
          </a:prstGeom>
        </p:spPr>
        <p:txBody>
          <a:bodyPr anchorCtr="0" anchor="ctr" bIns="0" lIns="0" spcFirstLastPara="1" rIns="0" wrap="square" tIns="0">
            <a:normAutofit fontScale="92500" lnSpcReduction="20000"/>
          </a:bodyPr>
          <a:lstStyle>
            <a:lvl1pPr lvl="0">
              <a:buNone/>
              <a:defRPr>
                <a:solidFill>
                  <a:srgbClr val="000000"/>
                </a:solidFill>
                <a:latin typeface="Inter"/>
                <a:ea typeface="Inter"/>
                <a:cs typeface="Inter"/>
                <a:sym typeface="Inter"/>
              </a:defRPr>
            </a:lvl1pPr>
            <a:lvl2pPr lvl="1">
              <a:buNone/>
              <a:defRPr>
                <a:solidFill>
                  <a:srgbClr val="000000"/>
                </a:solidFill>
                <a:latin typeface="Inter"/>
                <a:ea typeface="Inter"/>
                <a:cs typeface="Inter"/>
                <a:sym typeface="Inter"/>
              </a:defRPr>
            </a:lvl2pPr>
            <a:lvl3pPr lvl="2">
              <a:buNone/>
              <a:defRPr>
                <a:solidFill>
                  <a:srgbClr val="000000"/>
                </a:solidFill>
                <a:latin typeface="Inter"/>
                <a:ea typeface="Inter"/>
                <a:cs typeface="Inter"/>
                <a:sym typeface="Inter"/>
              </a:defRPr>
            </a:lvl3pPr>
            <a:lvl4pPr lvl="3">
              <a:buNone/>
              <a:defRPr>
                <a:solidFill>
                  <a:srgbClr val="000000"/>
                </a:solidFill>
                <a:latin typeface="Inter"/>
                <a:ea typeface="Inter"/>
                <a:cs typeface="Inter"/>
                <a:sym typeface="Inter"/>
              </a:defRPr>
            </a:lvl4pPr>
            <a:lvl5pPr lvl="4">
              <a:buNone/>
              <a:defRPr>
                <a:solidFill>
                  <a:srgbClr val="000000"/>
                </a:solidFill>
                <a:latin typeface="Inter"/>
                <a:ea typeface="Inter"/>
                <a:cs typeface="Inter"/>
                <a:sym typeface="Inter"/>
              </a:defRPr>
            </a:lvl5pPr>
            <a:lvl6pPr lvl="5">
              <a:buNone/>
              <a:defRPr>
                <a:solidFill>
                  <a:srgbClr val="000000"/>
                </a:solidFill>
                <a:latin typeface="Inter"/>
                <a:ea typeface="Inter"/>
                <a:cs typeface="Inter"/>
                <a:sym typeface="Inter"/>
              </a:defRPr>
            </a:lvl6pPr>
            <a:lvl7pPr lvl="6">
              <a:buNone/>
              <a:defRPr>
                <a:solidFill>
                  <a:srgbClr val="000000"/>
                </a:solidFill>
                <a:latin typeface="Inter"/>
                <a:ea typeface="Inter"/>
                <a:cs typeface="Inter"/>
                <a:sym typeface="Inter"/>
              </a:defRPr>
            </a:lvl7pPr>
            <a:lvl8pPr lvl="7">
              <a:buNone/>
              <a:defRPr>
                <a:solidFill>
                  <a:srgbClr val="000000"/>
                </a:solidFill>
                <a:latin typeface="Inter"/>
                <a:ea typeface="Inter"/>
                <a:cs typeface="Inter"/>
                <a:sym typeface="Inter"/>
              </a:defRPr>
            </a:lvl8pPr>
            <a:lvl9pPr lvl="8">
              <a:buNone/>
              <a:defRPr>
                <a:solidFill>
                  <a:srgbClr val="000000"/>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3"/>
          <p:cNvSpPr txBox="1"/>
          <p:nvPr>
            <p:ph idx="1" type="body"/>
          </p:nvPr>
        </p:nvSpPr>
        <p:spPr>
          <a:xfrm>
            <a:off x="4572000" y="3314700"/>
            <a:ext cx="2160000" cy="1648800"/>
          </a:xfrm>
          <a:prstGeom prst="rect">
            <a:avLst/>
          </a:prstGeom>
        </p:spPr>
        <p:txBody>
          <a:bodyPr anchorCtr="0" anchor="t" bIns="0" lIns="0" spcFirstLastPara="1" rIns="0" wrap="square" tIns="0">
            <a:normAutofit/>
          </a:bodyPr>
          <a:lstStyle>
            <a:lvl1pPr indent="-279400" lvl="0" marL="457200">
              <a:spcBef>
                <a:spcPts val="0"/>
              </a:spcBef>
              <a:spcAft>
                <a:spcPts val="0"/>
              </a:spcAft>
              <a:buSzPts val="800"/>
              <a:buFont typeface="Inter"/>
              <a:buChar char="●"/>
              <a:defRPr sz="800">
                <a:latin typeface="Inter"/>
                <a:ea typeface="Inter"/>
                <a:cs typeface="Inter"/>
                <a:sym typeface="Inter"/>
              </a:defRPr>
            </a:lvl1pPr>
            <a:lvl2pPr indent="-279400" lvl="1" marL="914400">
              <a:spcBef>
                <a:spcPts val="0"/>
              </a:spcBef>
              <a:spcAft>
                <a:spcPts val="0"/>
              </a:spcAft>
              <a:buSzPts val="800"/>
              <a:buFont typeface="Inter"/>
              <a:buChar char="○"/>
              <a:defRPr sz="800">
                <a:latin typeface="Inter"/>
                <a:ea typeface="Inter"/>
                <a:cs typeface="Inter"/>
                <a:sym typeface="Inter"/>
              </a:defRPr>
            </a:lvl2pPr>
            <a:lvl3pPr indent="-279400" lvl="2" marL="1371600">
              <a:spcBef>
                <a:spcPts val="0"/>
              </a:spcBef>
              <a:spcAft>
                <a:spcPts val="0"/>
              </a:spcAft>
              <a:buSzPts val="800"/>
              <a:buFont typeface="Inter"/>
              <a:buChar char="■"/>
              <a:defRPr sz="800">
                <a:latin typeface="Inter"/>
                <a:ea typeface="Inter"/>
                <a:cs typeface="Inter"/>
                <a:sym typeface="Inter"/>
              </a:defRPr>
            </a:lvl3pPr>
            <a:lvl4pPr indent="-279400" lvl="3" marL="1828800">
              <a:spcBef>
                <a:spcPts val="0"/>
              </a:spcBef>
              <a:spcAft>
                <a:spcPts val="0"/>
              </a:spcAft>
              <a:buSzPts val="800"/>
              <a:buFont typeface="Inter"/>
              <a:buChar char="●"/>
              <a:defRPr sz="800">
                <a:latin typeface="Inter"/>
                <a:ea typeface="Inter"/>
                <a:cs typeface="Inter"/>
                <a:sym typeface="Inter"/>
              </a:defRPr>
            </a:lvl4pPr>
            <a:lvl5pPr indent="-279400" lvl="4" marL="2286000">
              <a:spcBef>
                <a:spcPts val="0"/>
              </a:spcBef>
              <a:spcAft>
                <a:spcPts val="0"/>
              </a:spcAft>
              <a:buSzPts val="800"/>
              <a:buFont typeface="Inter"/>
              <a:buChar char="○"/>
              <a:defRPr sz="800">
                <a:latin typeface="Inter"/>
                <a:ea typeface="Inter"/>
                <a:cs typeface="Inter"/>
                <a:sym typeface="Inter"/>
              </a:defRPr>
            </a:lvl5pPr>
            <a:lvl6pPr indent="-279400" lvl="5" marL="2743200">
              <a:spcBef>
                <a:spcPts val="0"/>
              </a:spcBef>
              <a:spcAft>
                <a:spcPts val="0"/>
              </a:spcAft>
              <a:buSzPts val="800"/>
              <a:buFont typeface="Inter"/>
              <a:buChar char="■"/>
              <a:defRPr sz="800">
                <a:latin typeface="Inter"/>
                <a:ea typeface="Inter"/>
                <a:cs typeface="Inter"/>
                <a:sym typeface="Inter"/>
              </a:defRPr>
            </a:lvl6pPr>
            <a:lvl7pPr indent="-279400" lvl="6" marL="3200400">
              <a:spcBef>
                <a:spcPts val="0"/>
              </a:spcBef>
              <a:spcAft>
                <a:spcPts val="0"/>
              </a:spcAft>
              <a:buSzPts val="800"/>
              <a:buFont typeface="Inter"/>
              <a:buChar char="●"/>
              <a:defRPr sz="800">
                <a:latin typeface="Inter"/>
                <a:ea typeface="Inter"/>
                <a:cs typeface="Inter"/>
                <a:sym typeface="Inter"/>
              </a:defRPr>
            </a:lvl7pPr>
            <a:lvl8pPr indent="-279400" lvl="7" marL="3657600">
              <a:spcBef>
                <a:spcPts val="0"/>
              </a:spcBef>
              <a:spcAft>
                <a:spcPts val="0"/>
              </a:spcAft>
              <a:buSzPts val="800"/>
              <a:buFont typeface="Inter"/>
              <a:buChar char="○"/>
              <a:defRPr sz="800">
                <a:latin typeface="Inter"/>
                <a:ea typeface="Inter"/>
                <a:cs typeface="Inter"/>
                <a:sym typeface="Inter"/>
              </a:defRPr>
            </a:lvl8pPr>
            <a:lvl9pPr indent="-279400" lvl="8" marL="4114800">
              <a:spcBef>
                <a:spcPts val="0"/>
              </a:spcBef>
              <a:spcAft>
                <a:spcPts val="0"/>
              </a:spcAft>
              <a:buSzPts val="800"/>
              <a:buFont typeface="Inter"/>
              <a:buChar char="■"/>
              <a:defRPr sz="800">
                <a:latin typeface="Inter"/>
                <a:ea typeface="Inter"/>
                <a:cs typeface="Inter"/>
                <a:sym typeface="Inter"/>
              </a:defRPr>
            </a:lvl9pPr>
          </a:lstStyle>
          <a:p/>
        </p:txBody>
      </p:sp>
      <p:sp>
        <p:nvSpPr>
          <p:cNvPr id="55" name="Google Shape;55;p13"/>
          <p:cNvSpPr txBox="1"/>
          <p:nvPr>
            <p:ph idx="2" type="subTitle"/>
          </p:nvPr>
        </p:nvSpPr>
        <p:spPr>
          <a:xfrm>
            <a:off x="4561325" y="2896500"/>
            <a:ext cx="2160000" cy="257700"/>
          </a:xfrm>
          <a:prstGeom prst="rect">
            <a:avLst/>
          </a:prstGeom>
        </p:spPr>
        <p:txBody>
          <a:bodyPr anchorCtr="0" anchor="t" bIns="0" lIns="0" spcFirstLastPara="1" rIns="72000" wrap="square" tIns="0">
            <a:normAutofit/>
          </a:bodyPr>
          <a:lstStyle>
            <a:lvl1pPr lvl="0">
              <a:spcBef>
                <a:spcPts val="0"/>
              </a:spcBef>
              <a:spcAft>
                <a:spcPts val="0"/>
              </a:spcAft>
              <a:buSzPts val="1800"/>
              <a:buFont typeface="Inter"/>
              <a:buNone/>
              <a:defRPr>
                <a:latin typeface="Inter"/>
                <a:ea typeface="Inter"/>
                <a:cs typeface="Inter"/>
                <a:sym typeface="Inter"/>
              </a:defRPr>
            </a:lvl1pPr>
            <a:lvl2pPr lvl="1">
              <a:spcBef>
                <a:spcPts val="0"/>
              </a:spcBef>
              <a:spcAft>
                <a:spcPts val="0"/>
              </a:spcAft>
              <a:buSzPts val="1400"/>
              <a:buFont typeface="Inter"/>
              <a:buNone/>
              <a:defRPr>
                <a:latin typeface="Inter"/>
                <a:ea typeface="Inter"/>
                <a:cs typeface="Inter"/>
                <a:sym typeface="Inter"/>
              </a:defRPr>
            </a:lvl2pPr>
            <a:lvl3pPr lvl="2">
              <a:spcBef>
                <a:spcPts val="0"/>
              </a:spcBef>
              <a:spcAft>
                <a:spcPts val="0"/>
              </a:spcAft>
              <a:buSzPts val="1400"/>
              <a:buFont typeface="Inter"/>
              <a:buNone/>
              <a:defRPr>
                <a:latin typeface="Inter"/>
                <a:ea typeface="Inter"/>
                <a:cs typeface="Inter"/>
                <a:sym typeface="Inter"/>
              </a:defRPr>
            </a:lvl3pPr>
            <a:lvl4pPr lvl="3">
              <a:spcBef>
                <a:spcPts val="0"/>
              </a:spcBef>
              <a:spcAft>
                <a:spcPts val="0"/>
              </a:spcAft>
              <a:buSzPts val="1400"/>
              <a:buFont typeface="Inter"/>
              <a:buNone/>
              <a:defRPr>
                <a:latin typeface="Inter"/>
                <a:ea typeface="Inter"/>
                <a:cs typeface="Inter"/>
                <a:sym typeface="Inter"/>
              </a:defRPr>
            </a:lvl4pPr>
            <a:lvl5pPr lvl="4">
              <a:spcBef>
                <a:spcPts val="0"/>
              </a:spcBef>
              <a:spcAft>
                <a:spcPts val="0"/>
              </a:spcAft>
              <a:buSzPts val="1400"/>
              <a:buFont typeface="Inter"/>
              <a:buNone/>
              <a:defRPr>
                <a:latin typeface="Inter"/>
                <a:ea typeface="Inter"/>
                <a:cs typeface="Inter"/>
                <a:sym typeface="Inter"/>
              </a:defRPr>
            </a:lvl5pPr>
            <a:lvl6pPr lvl="5">
              <a:spcBef>
                <a:spcPts val="0"/>
              </a:spcBef>
              <a:spcAft>
                <a:spcPts val="0"/>
              </a:spcAft>
              <a:buSzPts val="1400"/>
              <a:buFont typeface="Inter"/>
              <a:buNone/>
              <a:defRPr>
                <a:latin typeface="Inter"/>
                <a:ea typeface="Inter"/>
                <a:cs typeface="Inter"/>
                <a:sym typeface="Inter"/>
              </a:defRPr>
            </a:lvl6pPr>
            <a:lvl7pPr lvl="6">
              <a:spcBef>
                <a:spcPts val="0"/>
              </a:spcBef>
              <a:spcAft>
                <a:spcPts val="0"/>
              </a:spcAft>
              <a:buSzPts val="1400"/>
              <a:buFont typeface="Inter"/>
              <a:buNone/>
              <a:defRPr>
                <a:latin typeface="Inter"/>
                <a:ea typeface="Inter"/>
                <a:cs typeface="Inter"/>
                <a:sym typeface="Inter"/>
              </a:defRPr>
            </a:lvl7pPr>
            <a:lvl8pPr lvl="7">
              <a:spcBef>
                <a:spcPts val="0"/>
              </a:spcBef>
              <a:spcAft>
                <a:spcPts val="0"/>
              </a:spcAft>
              <a:buSzPts val="1400"/>
              <a:buFont typeface="Inter"/>
              <a:buNone/>
              <a:defRPr>
                <a:latin typeface="Inter"/>
                <a:ea typeface="Inter"/>
                <a:cs typeface="Inter"/>
                <a:sym typeface="Inter"/>
              </a:defRPr>
            </a:lvl8pPr>
            <a:lvl9pPr lvl="8">
              <a:spcBef>
                <a:spcPts val="0"/>
              </a:spcBef>
              <a:spcAft>
                <a:spcPts val="0"/>
              </a:spcAft>
              <a:buSzPts val="1400"/>
              <a:buFont typeface="Inter"/>
              <a:buNone/>
              <a:defRPr>
                <a:latin typeface="Inter"/>
                <a:ea typeface="Inter"/>
                <a:cs typeface="Inter"/>
                <a:sym typeface="Inter"/>
              </a:defRPr>
            </a:lvl9pPr>
          </a:lstStyle>
          <a:p/>
        </p:txBody>
      </p:sp>
      <p:sp>
        <p:nvSpPr>
          <p:cNvPr id="56" name="Google Shape;56;p13"/>
          <p:cNvSpPr txBox="1"/>
          <p:nvPr>
            <p:ph idx="3" type="subTitle"/>
          </p:nvPr>
        </p:nvSpPr>
        <p:spPr>
          <a:xfrm>
            <a:off x="6804000" y="2896500"/>
            <a:ext cx="2160000" cy="257700"/>
          </a:xfrm>
          <a:prstGeom prst="rect">
            <a:avLst/>
          </a:prstGeom>
        </p:spPr>
        <p:txBody>
          <a:bodyPr anchorCtr="0" anchor="t" bIns="0" lIns="0" spcFirstLastPara="1" rIns="0" wrap="square" tIns="0">
            <a:normAutofit/>
          </a:bodyPr>
          <a:lstStyle>
            <a:lvl1pPr lvl="0">
              <a:spcBef>
                <a:spcPts val="0"/>
              </a:spcBef>
              <a:spcAft>
                <a:spcPts val="0"/>
              </a:spcAft>
              <a:buSzPts val="1800"/>
              <a:buFont typeface="Inter"/>
              <a:buNone/>
              <a:defRPr>
                <a:latin typeface="Inter"/>
                <a:ea typeface="Inter"/>
                <a:cs typeface="Inter"/>
                <a:sym typeface="Inter"/>
              </a:defRPr>
            </a:lvl1pPr>
            <a:lvl2pPr lvl="1">
              <a:spcBef>
                <a:spcPts val="0"/>
              </a:spcBef>
              <a:spcAft>
                <a:spcPts val="0"/>
              </a:spcAft>
              <a:buSzPts val="1400"/>
              <a:buFont typeface="Inter"/>
              <a:buNone/>
              <a:defRPr>
                <a:latin typeface="Inter"/>
                <a:ea typeface="Inter"/>
                <a:cs typeface="Inter"/>
                <a:sym typeface="Inter"/>
              </a:defRPr>
            </a:lvl2pPr>
            <a:lvl3pPr lvl="2">
              <a:spcBef>
                <a:spcPts val="0"/>
              </a:spcBef>
              <a:spcAft>
                <a:spcPts val="0"/>
              </a:spcAft>
              <a:buSzPts val="1400"/>
              <a:buFont typeface="Inter"/>
              <a:buNone/>
              <a:defRPr>
                <a:latin typeface="Inter"/>
                <a:ea typeface="Inter"/>
                <a:cs typeface="Inter"/>
                <a:sym typeface="Inter"/>
              </a:defRPr>
            </a:lvl3pPr>
            <a:lvl4pPr lvl="3">
              <a:spcBef>
                <a:spcPts val="0"/>
              </a:spcBef>
              <a:spcAft>
                <a:spcPts val="0"/>
              </a:spcAft>
              <a:buSzPts val="1400"/>
              <a:buFont typeface="Inter"/>
              <a:buNone/>
              <a:defRPr>
                <a:latin typeface="Inter"/>
                <a:ea typeface="Inter"/>
                <a:cs typeface="Inter"/>
                <a:sym typeface="Inter"/>
              </a:defRPr>
            </a:lvl4pPr>
            <a:lvl5pPr lvl="4">
              <a:spcBef>
                <a:spcPts val="0"/>
              </a:spcBef>
              <a:spcAft>
                <a:spcPts val="0"/>
              </a:spcAft>
              <a:buSzPts val="1400"/>
              <a:buFont typeface="Inter"/>
              <a:buNone/>
              <a:defRPr>
                <a:latin typeface="Inter"/>
                <a:ea typeface="Inter"/>
                <a:cs typeface="Inter"/>
                <a:sym typeface="Inter"/>
              </a:defRPr>
            </a:lvl5pPr>
            <a:lvl6pPr lvl="5">
              <a:spcBef>
                <a:spcPts val="0"/>
              </a:spcBef>
              <a:spcAft>
                <a:spcPts val="0"/>
              </a:spcAft>
              <a:buSzPts val="1400"/>
              <a:buFont typeface="Inter"/>
              <a:buNone/>
              <a:defRPr>
                <a:latin typeface="Inter"/>
                <a:ea typeface="Inter"/>
                <a:cs typeface="Inter"/>
                <a:sym typeface="Inter"/>
              </a:defRPr>
            </a:lvl6pPr>
            <a:lvl7pPr lvl="6">
              <a:spcBef>
                <a:spcPts val="0"/>
              </a:spcBef>
              <a:spcAft>
                <a:spcPts val="0"/>
              </a:spcAft>
              <a:buSzPts val="1400"/>
              <a:buFont typeface="Inter"/>
              <a:buNone/>
              <a:defRPr>
                <a:latin typeface="Inter"/>
                <a:ea typeface="Inter"/>
                <a:cs typeface="Inter"/>
                <a:sym typeface="Inter"/>
              </a:defRPr>
            </a:lvl7pPr>
            <a:lvl8pPr lvl="7">
              <a:spcBef>
                <a:spcPts val="0"/>
              </a:spcBef>
              <a:spcAft>
                <a:spcPts val="0"/>
              </a:spcAft>
              <a:buSzPts val="1400"/>
              <a:buFont typeface="Inter"/>
              <a:buNone/>
              <a:defRPr>
                <a:latin typeface="Inter"/>
                <a:ea typeface="Inter"/>
                <a:cs typeface="Inter"/>
                <a:sym typeface="Inter"/>
              </a:defRPr>
            </a:lvl8pPr>
            <a:lvl9pPr lvl="8">
              <a:spcBef>
                <a:spcPts val="0"/>
              </a:spcBef>
              <a:spcAft>
                <a:spcPts val="0"/>
              </a:spcAft>
              <a:buSzPts val="1400"/>
              <a:buFont typeface="Inter"/>
              <a:buNone/>
              <a:defRPr>
                <a:latin typeface="Inter"/>
                <a:ea typeface="Inter"/>
                <a:cs typeface="Inter"/>
                <a:sym typeface="Inter"/>
              </a:defRPr>
            </a:lvl9pPr>
          </a:lstStyle>
          <a:p/>
        </p:txBody>
      </p:sp>
      <p:sp>
        <p:nvSpPr>
          <p:cNvPr id="57" name="Google Shape;57;p13"/>
          <p:cNvSpPr/>
          <p:nvPr>
            <p:ph idx="4" type="pic"/>
          </p:nvPr>
        </p:nvSpPr>
        <p:spPr>
          <a:xfrm>
            <a:off x="4572000" y="540000"/>
            <a:ext cx="2196000" cy="2196000"/>
          </a:xfrm>
          <a:prstGeom prst="rect">
            <a:avLst/>
          </a:prstGeom>
          <a:noFill/>
          <a:ln>
            <a:noFill/>
          </a:ln>
        </p:spPr>
      </p:sp>
      <p:sp>
        <p:nvSpPr>
          <p:cNvPr id="58" name="Google Shape;58;p13"/>
          <p:cNvSpPr/>
          <p:nvPr>
            <p:ph idx="5" type="pic"/>
          </p:nvPr>
        </p:nvSpPr>
        <p:spPr>
          <a:xfrm>
            <a:off x="6804000" y="540000"/>
            <a:ext cx="2160000" cy="2196000"/>
          </a:xfrm>
          <a:prstGeom prst="rect">
            <a:avLst/>
          </a:prstGeom>
          <a:noFill/>
          <a:ln>
            <a:noFill/>
          </a:ln>
        </p:spPr>
      </p:sp>
      <p:sp>
        <p:nvSpPr>
          <p:cNvPr id="59" name="Google Shape;59;p13"/>
          <p:cNvSpPr txBox="1"/>
          <p:nvPr>
            <p:ph idx="6" type="body"/>
          </p:nvPr>
        </p:nvSpPr>
        <p:spPr>
          <a:xfrm>
            <a:off x="6804000" y="3314700"/>
            <a:ext cx="2160000" cy="1648800"/>
          </a:xfrm>
          <a:prstGeom prst="rect">
            <a:avLst/>
          </a:prstGeom>
        </p:spPr>
        <p:txBody>
          <a:bodyPr anchorCtr="0" anchor="t" bIns="0" lIns="0" spcFirstLastPara="1" rIns="0" wrap="square" tIns="0">
            <a:normAutofit/>
          </a:bodyPr>
          <a:lstStyle>
            <a:lvl1pPr indent="-279400" lvl="0" marL="457200">
              <a:spcBef>
                <a:spcPts val="0"/>
              </a:spcBef>
              <a:spcAft>
                <a:spcPts val="0"/>
              </a:spcAft>
              <a:buSzPts val="800"/>
              <a:buFont typeface="Inter"/>
              <a:buChar char="●"/>
              <a:defRPr sz="800">
                <a:latin typeface="Inter"/>
                <a:ea typeface="Inter"/>
                <a:cs typeface="Inter"/>
                <a:sym typeface="Inter"/>
              </a:defRPr>
            </a:lvl1pPr>
            <a:lvl2pPr indent="-279400" lvl="1" marL="914400">
              <a:spcBef>
                <a:spcPts val="0"/>
              </a:spcBef>
              <a:spcAft>
                <a:spcPts val="0"/>
              </a:spcAft>
              <a:buSzPts val="800"/>
              <a:buFont typeface="Inter"/>
              <a:buChar char="○"/>
              <a:defRPr sz="800">
                <a:latin typeface="Inter"/>
                <a:ea typeface="Inter"/>
                <a:cs typeface="Inter"/>
                <a:sym typeface="Inter"/>
              </a:defRPr>
            </a:lvl2pPr>
            <a:lvl3pPr indent="-279400" lvl="2" marL="1371600">
              <a:spcBef>
                <a:spcPts val="0"/>
              </a:spcBef>
              <a:spcAft>
                <a:spcPts val="0"/>
              </a:spcAft>
              <a:buSzPts val="800"/>
              <a:buFont typeface="Inter"/>
              <a:buChar char="■"/>
              <a:defRPr sz="800">
                <a:latin typeface="Inter"/>
                <a:ea typeface="Inter"/>
                <a:cs typeface="Inter"/>
                <a:sym typeface="Inter"/>
              </a:defRPr>
            </a:lvl3pPr>
            <a:lvl4pPr indent="-279400" lvl="3" marL="1828800">
              <a:spcBef>
                <a:spcPts val="0"/>
              </a:spcBef>
              <a:spcAft>
                <a:spcPts val="0"/>
              </a:spcAft>
              <a:buSzPts val="800"/>
              <a:buFont typeface="Inter"/>
              <a:buChar char="●"/>
              <a:defRPr sz="800">
                <a:latin typeface="Inter"/>
                <a:ea typeface="Inter"/>
                <a:cs typeface="Inter"/>
                <a:sym typeface="Inter"/>
              </a:defRPr>
            </a:lvl4pPr>
            <a:lvl5pPr indent="-279400" lvl="4" marL="2286000">
              <a:spcBef>
                <a:spcPts val="0"/>
              </a:spcBef>
              <a:spcAft>
                <a:spcPts val="0"/>
              </a:spcAft>
              <a:buSzPts val="800"/>
              <a:buFont typeface="Inter"/>
              <a:buChar char="○"/>
              <a:defRPr sz="800">
                <a:latin typeface="Inter"/>
                <a:ea typeface="Inter"/>
                <a:cs typeface="Inter"/>
                <a:sym typeface="Inter"/>
              </a:defRPr>
            </a:lvl5pPr>
            <a:lvl6pPr indent="-279400" lvl="5" marL="2743200">
              <a:spcBef>
                <a:spcPts val="0"/>
              </a:spcBef>
              <a:spcAft>
                <a:spcPts val="0"/>
              </a:spcAft>
              <a:buSzPts val="800"/>
              <a:buFont typeface="Inter"/>
              <a:buChar char="■"/>
              <a:defRPr sz="800">
                <a:latin typeface="Inter"/>
                <a:ea typeface="Inter"/>
                <a:cs typeface="Inter"/>
                <a:sym typeface="Inter"/>
              </a:defRPr>
            </a:lvl6pPr>
            <a:lvl7pPr indent="-279400" lvl="6" marL="3200400">
              <a:spcBef>
                <a:spcPts val="0"/>
              </a:spcBef>
              <a:spcAft>
                <a:spcPts val="0"/>
              </a:spcAft>
              <a:buSzPts val="800"/>
              <a:buFont typeface="Inter"/>
              <a:buChar char="●"/>
              <a:defRPr sz="800">
                <a:latin typeface="Inter"/>
                <a:ea typeface="Inter"/>
                <a:cs typeface="Inter"/>
                <a:sym typeface="Inter"/>
              </a:defRPr>
            </a:lvl7pPr>
            <a:lvl8pPr indent="-279400" lvl="7" marL="3657600">
              <a:spcBef>
                <a:spcPts val="0"/>
              </a:spcBef>
              <a:spcAft>
                <a:spcPts val="0"/>
              </a:spcAft>
              <a:buSzPts val="800"/>
              <a:buFont typeface="Inter"/>
              <a:buChar char="○"/>
              <a:defRPr sz="800">
                <a:latin typeface="Inter"/>
                <a:ea typeface="Inter"/>
                <a:cs typeface="Inter"/>
                <a:sym typeface="Inter"/>
              </a:defRPr>
            </a:lvl8pPr>
            <a:lvl9pPr indent="-279400" lvl="8" marL="4114800">
              <a:spcBef>
                <a:spcPts val="0"/>
              </a:spcBef>
              <a:spcAft>
                <a:spcPts val="0"/>
              </a:spcAft>
              <a:buSzPts val="800"/>
              <a:buFont typeface="Inter"/>
              <a:buChar char="■"/>
              <a:defRPr sz="800">
                <a:latin typeface="Inter"/>
                <a:ea typeface="Inter"/>
                <a:cs typeface="Inter"/>
                <a:sym typeface="Inte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1 - Header 2 - Blue">
  <p:cSld name="TITLE_3_1">
    <p:bg>
      <p:bgPr>
        <a:solidFill>
          <a:srgbClr val="0B1F31"/>
        </a:solidFill>
      </p:bgPr>
    </p:bg>
    <p:spTree>
      <p:nvGrpSpPr>
        <p:cNvPr id="60" name="Shape 60"/>
        <p:cNvGrpSpPr/>
        <p:nvPr/>
      </p:nvGrpSpPr>
      <p:grpSpPr>
        <a:xfrm>
          <a:off x="0" y="0"/>
          <a:ext cx="0" cy="0"/>
          <a:chOff x="0" y="0"/>
          <a:chExt cx="0" cy="0"/>
        </a:xfrm>
      </p:grpSpPr>
      <p:sp>
        <p:nvSpPr>
          <p:cNvPr id="61" name="Google Shape;61;p14"/>
          <p:cNvSpPr txBox="1"/>
          <p:nvPr>
            <p:ph type="ctrTitle"/>
          </p:nvPr>
        </p:nvSpPr>
        <p:spPr>
          <a:xfrm>
            <a:off x="180000" y="540000"/>
            <a:ext cx="4392000" cy="4423500"/>
          </a:xfrm>
          <a:prstGeom prst="rect">
            <a:avLst/>
          </a:prstGeom>
        </p:spPr>
        <p:txBody>
          <a:bodyPr anchorCtr="0" anchor="t" bIns="0" lIns="0" spcFirstLastPara="1" rIns="72000" wrap="square" tIns="0">
            <a:normAutofit/>
          </a:bodyPr>
          <a:lstStyle>
            <a:lvl1pPr lvl="0">
              <a:spcBef>
                <a:spcPts val="0"/>
              </a:spcBef>
              <a:spcAft>
                <a:spcPts val="0"/>
              </a:spcAft>
              <a:buClr>
                <a:srgbClr val="FFFFFF"/>
              </a:buClr>
              <a:buSzPts val="4800"/>
              <a:buFont typeface="Inter"/>
              <a:buNone/>
              <a:defRPr sz="4800">
                <a:solidFill>
                  <a:srgbClr val="FFFFFF"/>
                </a:solidFill>
                <a:latin typeface="Inter"/>
                <a:ea typeface="Inter"/>
                <a:cs typeface="Inter"/>
                <a:sym typeface="Inter"/>
              </a:defRPr>
            </a:lvl1pPr>
            <a:lvl2pPr lvl="1">
              <a:spcBef>
                <a:spcPts val="0"/>
              </a:spcBef>
              <a:spcAft>
                <a:spcPts val="0"/>
              </a:spcAft>
              <a:buClr>
                <a:srgbClr val="FFFFFF"/>
              </a:buClr>
              <a:buSzPts val="4800"/>
              <a:buNone/>
              <a:defRPr sz="4800">
                <a:solidFill>
                  <a:srgbClr val="FFFFFF"/>
                </a:solidFill>
              </a:defRPr>
            </a:lvl2pPr>
            <a:lvl3pPr lvl="2">
              <a:spcBef>
                <a:spcPts val="0"/>
              </a:spcBef>
              <a:spcAft>
                <a:spcPts val="0"/>
              </a:spcAft>
              <a:buClr>
                <a:srgbClr val="FFFFFF"/>
              </a:buClr>
              <a:buSzPts val="4800"/>
              <a:buNone/>
              <a:defRPr sz="4800">
                <a:solidFill>
                  <a:srgbClr val="FFFFFF"/>
                </a:solidFill>
              </a:defRPr>
            </a:lvl3pPr>
            <a:lvl4pPr lvl="3">
              <a:spcBef>
                <a:spcPts val="0"/>
              </a:spcBef>
              <a:spcAft>
                <a:spcPts val="0"/>
              </a:spcAft>
              <a:buClr>
                <a:srgbClr val="FFFFFF"/>
              </a:buClr>
              <a:buSzPts val="4800"/>
              <a:buNone/>
              <a:defRPr sz="4800">
                <a:solidFill>
                  <a:srgbClr val="FFFFFF"/>
                </a:solidFill>
              </a:defRPr>
            </a:lvl4pPr>
            <a:lvl5pPr lvl="4">
              <a:spcBef>
                <a:spcPts val="0"/>
              </a:spcBef>
              <a:spcAft>
                <a:spcPts val="0"/>
              </a:spcAft>
              <a:buClr>
                <a:srgbClr val="FFFFFF"/>
              </a:buClr>
              <a:buSzPts val="4800"/>
              <a:buNone/>
              <a:defRPr sz="4800">
                <a:solidFill>
                  <a:srgbClr val="FFFFFF"/>
                </a:solidFill>
              </a:defRPr>
            </a:lvl5pPr>
            <a:lvl6pPr lvl="5">
              <a:spcBef>
                <a:spcPts val="0"/>
              </a:spcBef>
              <a:spcAft>
                <a:spcPts val="0"/>
              </a:spcAft>
              <a:buClr>
                <a:srgbClr val="FFFFFF"/>
              </a:buClr>
              <a:buSzPts val="4800"/>
              <a:buNone/>
              <a:defRPr sz="4800">
                <a:solidFill>
                  <a:srgbClr val="FFFFFF"/>
                </a:solidFill>
              </a:defRPr>
            </a:lvl6pPr>
            <a:lvl7pPr lvl="6">
              <a:spcBef>
                <a:spcPts val="0"/>
              </a:spcBef>
              <a:spcAft>
                <a:spcPts val="0"/>
              </a:spcAft>
              <a:buClr>
                <a:srgbClr val="FFFFFF"/>
              </a:buClr>
              <a:buSzPts val="4800"/>
              <a:buNone/>
              <a:defRPr sz="4800">
                <a:solidFill>
                  <a:srgbClr val="FFFFFF"/>
                </a:solidFill>
              </a:defRPr>
            </a:lvl7pPr>
            <a:lvl8pPr lvl="7">
              <a:spcBef>
                <a:spcPts val="0"/>
              </a:spcBef>
              <a:spcAft>
                <a:spcPts val="0"/>
              </a:spcAft>
              <a:buClr>
                <a:srgbClr val="FFFFFF"/>
              </a:buClr>
              <a:buSzPts val="4800"/>
              <a:buNone/>
              <a:defRPr sz="4800">
                <a:solidFill>
                  <a:srgbClr val="FFFFFF"/>
                </a:solidFill>
              </a:defRPr>
            </a:lvl8pPr>
            <a:lvl9pPr lvl="8">
              <a:spcBef>
                <a:spcPts val="0"/>
              </a:spcBef>
              <a:spcAft>
                <a:spcPts val="0"/>
              </a:spcAft>
              <a:buClr>
                <a:srgbClr val="FFFFFF"/>
              </a:buClr>
              <a:buSzPts val="4800"/>
              <a:buNone/>
              <a:defRPr sz="4800">
                <a:solidFill>
                  <a:srgbClr val="FFFFFF"/>
                </a:solidFill>
              </a:defRPr>
            </a:lvl9pPr>
          </a:lstStyle>
          <a:p/>
        </p:txBody>
      </p:sp>
      <p:sp>
        <p:nvSpPr>
          <p:cNvPr id="62" name="Google Shape;62;p14"/>
          <p:cNvSpPr txBox="1"/>
          <p:nvPr>
            <p:ph idx="12" type="sldNum"/>
          </p:nvPr>
        </p:nvSpPr>
        <p:spPr>
          <a:xfrm>
            <a:off x="8252100" y="179975"/>
            <a:ext cx="711900" cy="114600"/>
          </a:xfrm>
          <a:prstGeom prst="rect">
            <a:avLst/>
          </a:prstGeom>
        </p:spPr>
        <p:txBody>
          <a:bodyPr anchorCtr="0" anchor="ctr" bIns="0" lIns="0" spcFirstLastPara="1" rIns="0" wrap="square" tIns="0">
            <a:normAutofit fontScale="92500" lnSpcReduction="20000"/>
          </a:bodyPr>
          <a:lstStyle>
            <a:lvl1pPr lvl="0">
              <a:buNone/>
              <a:defRPr u="sng"/>
            </a:lvl1pPr>
            <a:lvl2pPr lvl="1">
              <a:buNone/>
              <a:defRPr u="sng"/>
            </a:lvl2pPr>
            <a:lvl3pPr lvl="2">
              <a:buNone/>
              <a:defRPr u="sng"/>
            </a:lvl3pPr>
            <a:lvl4pPr lvl="3">
              <a:buNone/>
              <a:defRPr u="sng"/>
            </a:lvl4pPr>
            <a:lvl5pPr lvl="4">
              <a:buNone/>
              <a:defRPr u="sng"/>
            </a:lvl5pPr>
            <a:lvl6pPr lvl="5">
              <a:buNone/>
              <a:defRPr u="sng"/>
            </a:lvl6pPr>
            <a:lvl7pPr lvl="6">
              <a:buNone/>
              <a:defRPr u="sng"/>
            </a:lvl7pPr>
            <a:lvl8pPr lvl="7">
              <a:buNone/>
              <a:defRPr u="sng"/>
            </a:lvl8pPr>
            <a:lvl9pPr lvl="8">
              <a:buNone/>
              <a:defRPr u="sng"/>
            </a:lvl9pPr>
          </a:lstStyle>
          <a:p>
            <a:pPr indent="0" lvl="0" marL="0" rtl="0" algn="r">
              <a:spcBef>
                <a:spcPts val="0"/>
              </a:spcBef>
              <a:spcAft>
                <a:spcPts val="0"/>
              </a:spcAft>
              <a:buNone/>
            </a:pPr>
            <a:fld id="{00000000-1234-1234-1234-123412341234}" type="slidenum">
              <a:rPr lang="en"/>
              <a:t>‹#›</a:t>
            </a:fld>
            <a:endParaRPr u="none"/>
          </a:p>
        </p:txBody>
      </p:sp>
      <p:sp>
        <p:nvSpPr>
          <p:cNvPr id="63" name="Google Shape;63;p14"/>
          <p:cNvSpPr txBox="1"/>
          <p:nvPr>
            <p:ph idx="1" type="subTitle"/>
          </p:nvPr>
        </p:nvSpPr>
        <p:spPr>
          <a:xfrm>
            <a:off x="4572000" y="539900"/>
            <a:ext cx="4392000" cy="4423500"/>
          </a:xfrm>
          <a:prstGeom prst="rect">
            <a:avLst/>
          </a:prstGeom>
        </p:spPr>
        <p:txBody>
          <a:bodyPr anchorCtr="0" anchor="t" bIns="0" lIns="72000" spcFirstLastPara="1" rIns="0" wrap="square" tIns="0">
            <a:normAutofit/>
          </a:bodyPr>
          <a:lstStyle>
            <a:lvl1pPr lvl="0">
              <a:lnSpc>
                <a:spcPct val="90000"/>
              </a:lnSpc>
              <a:spcBef>
                <a:spcPts val="0"/>
              </a:spcBef>
              <a:spcAft>
                <a:spcPts val="0"/>
              </a:spcAft>
              <a:buClr>
                <a:srgbClr val="FFFFFF"/>
              </a:buClr>
              <a:buSzPts val="1800"/>
              <a:buFont typeface="Inter"/>
              <a:buNone/>
              <a:defRPr sz="1800">
                <a:solidFill>
                  <a:srgbClr val="FFFFFF"/>
                </a:solidFill>
                <a:latin typeface="Inter"/>
                <a:ea typeface="Inter"/>
                <a:cs typeface="Inter"/>
                <a:sym typeface="Inter"/>
              </a:defRPr>
            </a:lvl1pPr>
            <a:lvl2pPr lvl="1">
              <a:spcBef>
                <a:spcPts val="0"/>
              </a:spcBef>
              <a:spcAft>
                <a:spcPts val="0"/>
              </a:spcAft>
              <a:buClr>
                <a:srgbClr val="FFFFFF"/>
              </a:buClr>
              <a:buSzPts val="1400"/>
              <a:buNone/>
              <a:defRPr>
                <a:solidFill>
                  <a:srgbClr val="FFFFFF"/>
                </a:solidFill>
              </a:defRPr>
            </a:lvl2pPr>
            <a:lvl3pPr lvl="2">
              <a:spcBef>
                <a:spcPts val="0"/>
              </a:spcBef>
              <a:spcAft>
                <a:spcPts val="0"/>
              </a:spcAft>
              <a:buClr>
                <a:srgbClr val="FFFFFF"/>
              </a:buClr>
              <a:buSzPts val="1400"/>
              <a:buNone/>
              <a:defRPr>
                <a:solidFill>
                  <a:srgbClr val="FFFFFF"/>
                </a:solidFill>
              </a:defRPr>
            </a:lvl3pPr>
            <a:lvl4pPr lvl="3">
              <a:spcBef>
                <a:spcPts val="0"/>
              </a:spcBef>
              <a:spcAft>
                <a:spcPts val="0"/>
              </a:spcAft>
              <a:buClr>
                <a:srgbClr val="FFFFFF"/>
              </a:buClr>
              <a:buSzPts val="1400"/>
              <a:buNone/>
              <a:defRPr>
                <a:solidFill>
                  <a:srgbClr val="FFFFFF"/>
                </a:solidFill>
              </a:defRPr>
            </a:lvl4pPr>
            <a:lvl5pPr lvl="4">
              <a:spcBef>
                <a:spcPts val="0"/>
              </a:spcBef>
              <a:spcAft>
                <a:spcPts val="0"/>
              </a:spcAft>
              <a:buClr>
                <a:srgbClr val="FFFFFF"/>
              </a:buClr>
              <a:buSzPts val="1400"/>
              <a:buNone/>
              <a:defRPr>
                <a:solidFill>
                  <a:srgbClr val="FFFFFF"/>
                </a:solidFill>
              </a:defRPr>
            </a:lvl5pPr>
            <a:lvl6pPr lvl="5">
              <a:spcBef>
                <a:spcPts val="0"/>
              </a:spcBef>
              <a:spcAft>
                <a:spcPts val="0"/>
              </a:spcAft>
              <a:buClr>
                <a:srgbClr val="FFFFFF"/>
              </a:buClr>
              <a:buSzPts val="1400"/>
              <a:buNone/>
              <a:defRPr>
                <a:solidFill>
                  <a:srgbClr val="FFFFFF"/>
                </a:solidFill>
              </a:defRPr>
            </a:lvl6pPr>
            <a:lvl7pPr lvl="6">
              <a:spcBef>
                <a:spcPts val="0"/>
              </a:spcBef>
              <a:spcAft>
                <a:spcPts val="0"/>
              </a:spcAft>
              <a:buClr>
                <a:srgbClr val="FFFFFF"/>
              </a:buClr>
              <a:buSzPts val="1400"/>
              <a:buNone/>
              <a:defRPr>
                <a:solidFill>
                  <a:srgbClr val="FFFFFF"/>
                </a:solidFill>
              </a:defRPr>
            </a:lvl7pPr>
            <a:lvl8pPr lvl="7">
              <a:spcBef>
                <a:spcPts val="0"/>
              </a:spcBef>
              <a:spcAft>
                <a:spcPts val="0"/>
              </a:spcAft>
              <a:buClr>
                <a:srgbClr val="FFFFFF"/>
              </a:buClr>
              <a:buSzPts val="1400"/>
              <a:buNone/>
              <a:defRPr>
                <a:solidFill>
                  <a:srgbClr val="FFFFFF"/>
                </a:solidFill>
              </a:defRPr>
            </a:lvl8pPr>
            <a:lvl9pPr lvl="8">
              <a:spcBef>
                <a:spcPts val="0"/>
              </a:spcBef>
              <a:spcAft>
                <a:spcPts val="0"/>
              </a:spcAft>
              <a:buClr>
                <a:srgbClr val="FFFFFF"/>
              </a:buClr>
              <a:buSzPts val="1400"/>
              <a:buNone/>
              <a:defRPr>
                <a:solidFill>
                  <a:srgbClr val="FFFFFF"/>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64" name="Shape 64"/>
        <p:cNvGrpSpPr/>
        <p:nvPr/>
      </p:nvGrpSpPr>
      <p:grpSpPr>
        <a:xfrm>
          <a:off x="0" y="0"/>
          <a:ext cx="0" cy="0"/>
          <a:chOff x="0" y="0"/>
          <a:chExt cx="0" cy="0"/>
        </a:xfrm>
      </p:grpSpPr>
      <p:sp>
        <p:nvSpPr>
          <p:cNvPr id="65" name="Google Shape;65;p15"/>
          <p:cNvSpPr txBox="1"/>
          <p:nvPr>
            <p:ph type="title"/>
          </p:nvPr>
        </p:nvSpPr>
        <p:spPr>
          <a:xfrm>
            <a:off x="3199470" y="559375"/>
            <a:ext cx="2745000" cy="8430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600"/>
              <a:buNone/>
              <a:defRPr b="1" i="0" sz="3100">
                <a:solidFill>
                  <a:schemeClr val="lt1"/>
                </a:solidFill>
                <a:latin typeface="Arial"/>
                <a:ea typeface="Arial"/>
                <a:cs typeface="Arial"/>
                <a:sym typeface="Arial"/>
              </a:defRPr>
            </a:lvl1pPr>
            <a:lvl2pPr lvl="1" algn="l">
              <a:lnSpc>
                <a:spcPct val="100000"/>
              </a:lnSpc>
              <a:spcBef>
                <a:spcPts val="0"/>
              </a:spcBef>
              <a:spcAft>
                <a:spcPts val="0"/>
              </a:spcAft>
              <a:buSzPts val="600"/>
              <a:buNone/>
              <a:defRPr/>
            </a:lvl2pPr>
            <a:lvl3pPr lvl="2" algn="l">
              <a:lnSpc>
                <a:spcPct val="100000"/>
              </a:lnSpc>
              <a:spcBef>
                <a:spcPts val="0"/>
              </a:spcBef>
              <a:spcAft>
                <a:spcPts val="0"/>
              </a:spcAft>
              <a:buSzPts val="600"/>
              <a:buNone/>
              <a:defRPr/>
            </a:lvl3pPr>
            <a:lvl4pPr lvl="3" algn="l">
              <a:lnSpc>
                <a:spcPct val="100000"/>
              </a:lnSpc>
              <a:spcBef>
                <a:spcPts val="0"/>
              </a:spcBef>
              <a:spcAft>
                <a:spcPts val="0"/>
              </a:spcAft>
              <a:buSzPts val="600"/>
              <a:buNone/>
              <a:defRPr/>
            </a:lvl4pPr>
            <a:lvl5pPr lvl="4" algn="l">
              <a:lnSpc>
                <a:spcPct val="100000"/>
              </a:lnSpc>
              <a:spcBef>
                <a:spcPts val="0"/>
              </a:spcBef>
              <a:spcAft>
                <a:spcPts val="0"/>
              </a:spcAft>
              <a:buSzPts val="600"/>
              <a:buNone/>
              <a:defRPr/>
            </a:lvl5pPr>
            <a:lvl6pPr lvl="5" algn="l">
              <a:lnSpc>
                <a:spcPct val="100000"/>
              </a:lnSpc>
              <a:spcBef>
                <a:spcPts val="0"/>
              </a:spcBef>
              <a:spcAft>
                <a:spcPts val="0"/>
              </a:spcAft>
              <a:buSzPts val="600"/>
              <a:buNone/>
              <a:defRPr/>
            </a:lvl6pPr>
            <a:lvl7pPr lvl="6" algn="l">
              <a:lnSpc>
                <a:spcPct val="100000"/>
              </a:lnSpc>
              <a:spcBef>
                <a:spcPts val="0"/>
              </a:spcBef>
              <a:spcAft>
                <a:spcPts val="0"/>
              </a:spcAft>
              <a:buSzPts val="600"/>
              <a:buNone/>
              <a:defRPr/>
            </a:lvl7pPr>
            <a:lvl8pPr lvl="7" algn="l">
              <a:lnSpc>
                <a:spcPct val="100000"/>
              </a:lnSpc>
              <a:spcBef>
                <a:spcPts val="0"/>
              </a:spcBef>
              <a:spcAft>
                <a:spcPts val="0"/>
              </a:spcAft>
              <a:buSzPts val="600"/>
              <a:buNone/>
              <a:defRPr/>
            </a:lvl8pPr>
            <a:lvl9pPr lvl="8" algn="l">
              <a:lnSpc>
                <a:spcPct val="100000"/>
              </a:lnSpc>
              <a:spcBef>
                <a:spcPts val="0"/>
              </a:spcBef>
              <a:spcAft>
                <a:spcPts val="0"/>
              </a:spcAft>
              <a:buSzPts val="600"/>
              <a:buNone/>
              <a:defRPr/>
            </a:lvl9pPr>
          </a:lstStyle>
          <a:p/>
        </p:txBody>
      </p:sp>
      <p:sp>
        <p:nvSpPr>
          <p:cNvPr id="66" name="Google Shape;66;p15"/>
          <p:cNvSpPr txBox="1"/>
          <p:nvPr>
            <p:ph idx="1" type="body"/>
          </p:nvPr>
        </p:nvSpPr>
        <p:spPr>
          <a:xfrm>
            <a:off x="337123" y="1048795"/>
            <a:ext cx="3658200" cy="18513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600"/>
              <a:buNone/>
              <a:defRPr b="1" i="0" sz="900">
                <a:solidFill>
                  <a:srgbClr val="1E3146"/>
                </a:solidFill>
                <a:latin typeface="Arial"/>
                <a:ea typeface="Arial"/>
                <a:cs typeface="Arial"/>
                <a:sym typeface="Arial"/>
              </a:defRPr>
            </a:lvl1pPr>
            <a:lvl2pPr indent="-228600" lvl="1" marL="914400" algn="l">
              <a:lnSpc>
                <a:spcPct val="100000"/>
              </a:lnSpc>
              <a:spcBef>
                <a:spcPts val="0"/>
              </a:spcBef>
              <a:spcAft>
                <a:spcPts val="0"/>
              </a:spcAft>
              <a:buSzPts val="600"/>
              <a:buNone/>
              <a:defRPr/>
            </a:lvl2pPr>
            <a:lvl3pPr indent="-228600" lvl="2" marL="1371600" algn="l">
              <a:lnSpc>
                <a:spcPct val="100000"/>
              </a:lnSpc>
              <a:spcBef>
                <a:spcPts val="0"/>
              </a:spcBef>
              <a:spcAft>
                <a:spcPts val="0"/>
              </a:spcAft>
              <a:buSzPts val="600"/>
              <a:buNone/>
              <a:defRPr/>
            </a:lvl3pPr>
            <a:lvl4pPr indent="-228600" lvl="3" marL="1828800" algn="l">
              <a:lnSpc>
                <a:spcPct val="100000"/>
              </a:lnSpc>
              <a:spcBef>
                <a:spcPts val="0"/>
              </a:spcBef>
              <a:spcAft>
                <a:spcPts val="0"/>
              </a:spcAft>
              <a:buSzPts val="600"/>
              <a:buNone/>
              <a:defRPr/>
            </a:lvl4pPr>
            <a:lvl5pPr indent="-228600" lvl="4" marL="2286000" algn="l">
              <a:lnSpc>
                <a:spcPct val="100000"/>
              </a:lnSpc>
              <a:spcBef>
                <a:spcPts val="0"/>
              </a:spcBef>
              <a:spcAft>
                <a:spcPts val="0"/>
              </a:spcAft>
              <a:buSzPts val="600"/>
              <a:buNone/>
              <a:defRPr/>
            </a:lvl5pPr>
            <a:lvl6pPr indent="-228600" lvl="5" marL="2743200" algn="l">
              <a:lnSpc>
                <a:spcPct val="100000"/>
              </a:lnSpc>
              <a:spcBef>
                <a:spcPts val="0"/>
              </a:spcBef>
              <a:spcAft>
                <a:spcPts val="0"/>
              </a:spcAft>
              <a:buSzPts val="600"/>
              <a:buNone/>
              <a:defRPr/>
            </a:lvl6pPr>
            <a:lvl7pPr indent="-228600" lvl="6" marL="3200400" algn="l">
              <a:lnSpc>
                <a:spcPct val="100000"/>
              </a:lnSpc>
              <a:spcBef>
                <a:spcPts val="0"/>
              </a:spcBef>
              <a:spcAft>
                <a:spcPts val="0"/>
              </a:spcAft>
              <a:buSzPts val="600"/>
              <a:buNone/>
              <a:defRPr/>
            </a:lvl7pPr>
            <a:lvl8pPr indent="-228600" lvl="7" marL="3657600" algn="l">
              <a:lnSpc>
                <a:spcPct val="100000"/>
              </a:lnSpc>
              <a:spcBef>
                <a:spcPts val="0"/>
              </a:spcBef>
              <a:spcAft>
                <a:spcPts val="0"/>
              </a:spcAft>
              <a:buSzPts val="600"/>
              <a:buNone/>
              <a:defRPr/>
            </a:lvl8pPr>
            <a:lvl9pPr indent="-228600" lvl="8" marL="4114800" algn="l">
              <a:lnSpc>
                <a:spcPct val="100000"/>
              </a:lnSpc>
              <a:spcBef>
                <a:spcPts val="0"/>
              </a:spcBef>
              <a:spcAft>
                <a:spcPts val="0"/>
              </a:spcAft>
              <a:buSzPts val="600"/>
              <a:buNone/>
              <a:defRPr/>
            </a:lvl9pPr>
          </a:lstStyle>
          <a:p/>
        </p:txBody>
      </p:sp>
      <p:sp>
        <p:nvSpPr>
          <p:cNvPr id="67" name="Google Shape;67;p15"/>
          <p:cNvSpPr txBox="1"/>
          <p:nvPr>
            <p:ph idx="11" type="ftr"/>
          </p:nvPr>
        </p:nvSpPr>
        <p:spPr>
          <a:xfrm>
            <a:off x="3108960" y="4783455"/>
            <a:ext cx="2925900" cy="2571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600"/>
              <a:buNone/>
              <a:defRPr>
                <a:solidFill>
                  <a:srgbClr val="888888"/>
                </a:solidFill>
              </a:defRPr>
            </a:lvl1pPr>
            <a:lvl2pPr lvl="1" algn="l">
              <a:lnSpc>
                <a:spcPct val="100000"/>
              </a:lnSpc>
              <a:spcBef>
                <a:spcPts val="0"/>
              </a:spcBef>
              <a:spcAft>
                <a:spcPts val="0"/>
              </a:spcAft>
              <a:buSzPts val="600"/>
              <a:buNone/>
              <a:defRPr/>
            </a:lvl2pPr>
            <a:lvl3pPr lvl="2" algn="l">
              <a:lnSpc>
                <a:spcPct val="100000"/>
              </a:lnSpc>
              <a:spcBef>
                <a:spcPts val="0"/>
              </a:spcBef>
              <a:spcAft>
                <a:spcPts val="0"/>
              </a:spcAft>
              <a:buSzPts val="600"/>
              <a:buNone/>
              <a:defRPr/>
            </a:lvl3pPr>
            <a:lvl4pPr lvl="3" algn="l">
              <a:lnSpc>
                <a:spcPct val="100000"/>
              </a:lnSpc>
              <a:spcBef>
                <a:spcPts val="0"/>
              </a:spcBef>
              <a:spcAft>
                <a:spcPts val="0"/>
              </a:spcAft>
              <a:buSzPts val="600"/>
              <a:buNone/>
              <a:defRPr/>
            </a:lvl4pPr>
            <a:lvl5pPr lvl="4" algn="l">
              <a:lnSpc>
                <a:spcPct val="100000"/>
              </a:lnSpc>
              <a:spcBef>
                <a:spcPts val="0"/>
              </a:spcBef>
              <a:spcAft>
                <a:spcPts val="0"/>
              </a:spcAft>
              <a:buSzPts val="600"/>
              <a:buNone/>
              <a:defRPr/>
            </a:lvl5pPr>
            <a:lvl6pPr lvl="5" algn="l">
              <a:lnSpc>
                <a:spcPct val="100000"/>
              </a:lnSpc>
              <a:spcBef>
                <a:spcPts val="0"/>
              </a:spcBef>
              <a:spcAft>
                <a:spcPts val="0"/>
              </a:spcAft>
              <a:buSzPts val="600"/>
              <a:buNone/>
              <a:defRPr/>
            </a:lvl6pPr>
            <a:lvl7pPr lvl="6" algn="l">
              <a:lnSpc>
                <a:spcPct val="100000"/>
              </a:lnSpc>
              <a:spcBef>
                <a:spcPts val="0"/>
              </a:spcBef>
              <a:spcAft>
                <a:spcPts val="0"/>
              </a:spcAft>
              <a:buSzPts val="600"/>
              <a:buNone/>
              <a:defRPr/>
            </a:lvl7pPr>
            <a:lvl8pPr lvl="7" algn="l">
              <a:lnSpc>
                <a:spcPct val="100000"/>
              </a:lnSpc>
              <a:spcBef>
                <a:spcPts val="0"/>
              </a:spcBef>
              <a:spcAft>
                <a:spcPts val="0"/>
              </a:spcAft>
              <a:buSzPts val="600"/>
              <a:buNone/>
              <a:defRPr/>
            </a:lvl8pPr>
            <a:lvl9pPr lvl="8" algn="l">
              <a:lnSpc>
                <a:spcPct val="100000"/>
              </a:lnSpc>
              <a:spcBef>
                <a:spcPts val="0"/>
              </a:spcBef>
              <a:spcAft>
                <a:spcPts val="0"/>
              </a:spcAft>
              <a:buSzPts val="600"/>
              <a:buNone/>
              <a:defRPr/>
            </a:lvl9pPr>
          </a:lstStyle>
          <a:p/>
        </p:txBody>
      </p:sp>
      <p:sp>
        <p:nvSpPr>
          <p:cNvPr id="68" name="Google Shape;68;p15"/>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600"/>
              <a:buNone/>
              <a:defRPr>
                <a:solidFill>
                  <a:srgbClr val="888888"/>
                </a:solidFill>
              </a:defRPr>
            </a:lvl1pPr>
            <a:lvl2pPr lvl="1" algn="l">
              <a:lnSpc>
                <a:spcPct val="100000"/>
              </a:lnSpc>
              <a:spcBef>
                <a:spcPts val="0"/>
              </a:spcBef>
              <a:spcAft>
                <a:spcPts val="0"/>
              </a:spcAft>
              <a:buSzPts val="600"/>
              <a:buNone/>
              <a:defRPr/>
            </a:lvl2pPr>
            <a:lvl3pPr lvl="2" algn="l">
              <a:lnSpc>
                <a:spcPct val="100000"/>
              </a:lnSpc>
              <a:spcBef>
                <a:spcPts val="0"/>
              </a:spcBef>
              <a:spcAft>
                <a:spcPts val="0"/>
              </a:spcAft>
              <a:buSzPts val="600"/>
              <a:buNone/>
              <a:defRPr/>
            </a:lvl3pPr>
            <a:lvl4pPr lvl="3" algn="l">
              <a:lnSpc>
                <a:spcPct val="100000"/>
              </a:lnSpc>
              <a:spcBef>
                <a:spcPts val="0"/>
              </a:spcBef>
              <a:spcAft>
                <a:spcPts val="0"/>
              </a:spcAft>
              <a:buSzPts val="600"/>
              <a:buNone/>
              <a:defRPr/>
            </a:lvl4pPr>
            <a:lvl5pPr lvl="4" algn="l">
              <a:lnSpc>
                <a:spcPct val="100000"/>
              </a:lnSpc>
              <a:spcBef>
                <a:spcPts val="0"/>
              </a:spcBef>
              <a:spcAft>
                <a:spcPts val="0"/>
              </a:spcAft>
              <a:buSzPts val="600"/>
              <a:buNone/>
              <a:defRPr/>
            </a:lvl5pPr>
            <a:lvl6pPr lvl="5" algn="l">
              <a:lnSpc>
                <a:spcPct val="100000"/>
              </a:lnSpc>
              <a:spcBef>
                <a:spcPts val="0"/>
              </a:spcBef>
              <a:spcAft>
                <a:spcPts val="0"/>
              </a:spcAft>
              <a:buSzPts val="600"/>
              <a:buNone/>
              <a:defRPr/>
            </a:lvl6pPr>
            <a:lvl7pPr lvl="6" algn="l">
              <a:lnSpc>
                <a:spcPct val="100000"/>
              </a:lnSpc>
              <a:spcBef>
                <a:spcPts val="0"/>
              </a:spcBef>
              <a:spcAft>
                <a:spcPts val="0"/>
              </a:spcAft>
              <a:buSzPts val="600"/>
              <a:buNone/>
              <a:defRPr/>
            </a:lvl7pPr>
            <a:lvl8pPr lvl="7" algn="l">
              <a:lnSpc>
                <a:spcPct val="100000"/>
              </a:lnSpc>
              <a:spcBef>
                <a:spcPts val="0"/>
              </a:spcBef>
              <a:spcAft>
                <a:spcPts val="0"/>
              </a:spcAft>
              <a:buSzPts val="600"/>
              <a:buNone/>
              <a:defRPr/>
            </a:lvl8pPr>
            <a:lvl9pPr lvl="8" algn="l">
              <a:lnSpc>
                <a:spcPct val="100000"/>
              </a:lnSpc>
              <a:spcBef>
                <a:spcPts val="0"/>
              </a:spcBef>
              <a:spcAft>
                <a:spcPts val="0"/>
              </a:spcAft>
              <a:buSzPts val="600"/>
              <a:buNone/>
              <a:defRPr/>
            </a:lvl9pPr>
          </a:lstStyle>
          <a:p/>
        </p:txBody>
      </p:sp>
      <p:sp>
        <p:nvSpPr>
          <p:cNvPr id="69" name="Google Shape;69;p15"/>
          <p:cNvSpPr txBox="1"/>
          <p:nvPr>
            <p:ph idx="12" type="sldNum"/>
          </p:nvPr>
        </p:nvSpPr>
        <p:spPr>
          <a:xfrm>
            <a:off x="83697" y="4980756"/>
            <a:ext cx="156900" cy="123000"/>
          </a:xfrm>
          <a:prstGeom prst="rect">
            <a:avLst/>
          </a:prstGeom>
          <a:noFill/>
          <a:ln>
            <a:noFill/>
          </a:ln>
        </p:spPr>
        <p:txBody>
          <a:bodyPr anchorCtr="0" anchor="t" bIns="0" lIns="0" spcFirstLastPara="1" rIns="0" wrap="square" tIns="0">
            <a:spAutoFit/>
          </a:bodyPr>
          <a:lstStyle>
            <a:lvl1pPr indent="0" lvl="0"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1pPr>
            <a:lvl2pPr indent="0" lvl="1"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2pPr>
            <a:lvl3pPr indent="0" lvl="2"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3pPr>
            <a:lvl4pPr indent="0" lvl="3"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4pPr>
            <a:lvl5pPr indent="0" lvl="4"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5pPr>
            <a:lvl6pPr indent="0" lvl="5"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6pPr>
            <a:lvl7pPr indent="0" lvl="6"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7pPr>
            <a:lvl8pPr indent="0" lvl="7"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8pPr>
            <a:lvl9pPr indent="0" lvl="8"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9pPr>
          </a:lstStyle>
          <a:p>
            <a:pPr indent="0" lvl="0" marL="1270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5">
  <p:cSld name="BLANK_2_1_1_1">
    <p:spTree>
      <p:nvGrpSpPr>
        <p:cNvPr id="70" name="Shape 70"/>
        <p:cNvGrpSpPr/>
        <p:nvPr/>
      </p:nvGrpSpPr>
      <p:grpSpPr>
        <a:xfrm>
          <a:off x="0" y="0"/>
          <a:ext cx="0" cy="0"/>
          <a:chOff x="0" y="0"/>
          <a:chExt cx="0" cy="0"/>
        </a:xfrm>
      </p:grpSpPr>
      <p:sp>
        <p:nvSpPr>
          <p:cNvPr id="71" name="Google Shape;71;p16"/>
          <p:cNvSpPr txBox="1"/>
          <p:nvPr>
            <p:ph idx="12" type="sldNum"/>
          </p:nvPr>
        </p:nvSpPr>
        <p:spPr>
          <a:xfrm>
            <a:off x="8472458" y="4663217"/>
            <a:ext cx="548700" cy="123000"/>
          </a:xfrm>
          <a:prstGeom prst="rect">
            <a:avLst/>
          </a:prstGeom>
        </p:spPr>
        <p:txBody>
          <a:bodyPr anchorCtr="0" anchor="ctr" bIns="91425" lIns="91425" spcFirstLastPara="1" rIns="91425" wrap="square" tIns="91425">
            <a:normAutofit fontScale="250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2" name="Google Shape;72;p16" title="t"/>
          <p:cNvSpPr txBox="1"/>
          <p:nvPr>
            <p:ph type="ctrTitle"/>
          </p:nvPr>
        </p:nvSpPr>
        <p:spPr>
          <a:xfrm>
            <a:off x="675900" y="2150325"/>
            <a:ext cx="8156400" cy="663300"/>
          </a:xfrm>
          <a:prstGeom prst="rect">
            <a:avLst/>
          </a:prstGeom>
        </p:spPr>
        <p:txBody>
          <a:bodyPr anchorCtr="0" anchor="ctr" bIns="0" lIns="91425" spcFirstLastPara="1" rIns="91425" wrap="square" tIns="0">
            <a:normAutofit/>
          </a:bodyPr>
          <a:lstStyle>
            <a:lvl1pPr lvl="0">
              <a:lnSpc>
                <a:spcPct val="85000"/>
              </a:lnSpc>
              <a:spcBef>
                <a:spcPts val="0"/>
              </a:spcBef>
              <a:spcAft>
                <a:spcPts val="0"/>
              </a:spcAft>
              <a:buClr>
                <a:srgbClr val="FFFFFF"/>
              </a:buClr>
              <a:buSzPts val="6000"/>
              <a:buNone/>
              <a:defRPr sz="6000">
                <a:solidFill>
                  <a:srgbClr val="FFFFFF"/>
                </a:solidFill>
              </a:defRPr>
            </a:lvl1pPr>
            <a:lvl2pPr lvl="1">
              <a:lnSpc>
                <a:spcPct val="85000"/>
              </a:lnSpc>
              <a:spcBef>
                <a:spcPts val="0"/>
              </a:spcBef>
              <a:spcAft>
                <a:spcPts val="0"/>
              </a:spcAft>
              <a:buClr>
                <a:srgbClr val="FFFFFF"/>
              </a:buClr>
              <a:buSzPts val="6000"/>
              <a:buNone/>
              <a:defRPr sz="6000">
                <a:solidFill>
                  <a:srgbClr val="FFFFFF"/>
                </a:solidFill>
              </a:defRPr>
            </a:lvl2pPr>
            <a:lvl3pPr lvl="2">
              <a:lnSpc>
                <a:spcPct val="85000"/>
              </a:lnSpc>
              <a:spcBef>
                <a:spcPts val="0"/>
              </a:spcBef>
              <a:spcAft>
                <a:spcPts val="0"/>
              </a:spcAft>
              <a:buClr>
                <a:srgbClr val="FFFFFF"/>
              </a:buClr>
              <a:buSzPts val="6000"/>
              <a:buNone/>
              <a:defRPr sz="6000">
                <a:solidFill>
                  <a:srgbClr val="FFFFFF"/>
                </a:solidFill>
              </a:defRPr>
            </a:lvl3pPr>
            <a:lvl4pPr lvl="3">
              <a:lnSpc>
                <a:spcPct val="85000"/>
              </a:lnSpc>
              <a:spcBef>
                <a:spcPts val="0"/>
              </a:spcBef>
              <a:spcAft>
                <a:spcPts val="0"/>
              </a:spcAft>
              <a:buClr>
                <a:srgbClr val="FFFFFF"/>
              </a:buClr>
              <a:buSzPts val="6000"/>
              <a:buNone/>
              <a:defRPr sz="6000">
                <a:solidFill>
                  <a:srgbClr val="FFFFFF"/>
                </a:solidFill>
              </a:defRPr>
            </a:lvl4pPr>
            <a:lvl5pPr lvl="4">
              <a:lnSpc>
                <a:spcPct val="85000"/>
              </a:lnSpc>
              <a:spcBef>
                <a:spcPts val="0"/>
              </a:spcBef>
              <a:spcAft>
                <a:spcPts val="0"/>
              </a:spcAft>
              <a:buClr>
                <a:srgbClr val="FFFFFF"/>
              </a:buClr>
              <a:buSzPts val="6000"/>
              <a:buNone/>
              <a:defRPr sz="6000">
                <a:solidFill>
                  <a:srgbClr val="FFFFFF"/>
                </a:solidFill>
              </a:defRPr>
            </a:lvl5pPr>
            <a:lvl6pPr lvl="5">
              <a:lnSpc>
                <a:spcPct val="85000"/>
              </a:lnSpc>
              <a:spcBef>
                <a:spcPts val="0"/>
              </a:spcBef>
              <a:spcAft>
                <a:spcPts val="0"/>
              </a:spcAft>
              <a:buClr>
                <a:srgbClr val="FFFFFF"/>
              </a:buClr>
              <a:buSzPts val="6000"/>
              <a:buNone/>
              <a:defRPr sz="6000">
                <a:solidFill>
                  <a:srgbClr val="FFFFFF"/>
                </a:solidFill>
              </a:defRPr>
            </a:lvl6pPr>
            <a:lvl7pPr lvl="6">
              <a:lnSpc>
                <a:spcPct val="85000"/>
              </a:lnSpc>
              <a:spcBef>
                <a:spcPts val="0"/>
              </a:spcBef>
              <a:spcAft>
                <a:spcPts val="0"/>
              </a:spcAft>
              <a:buClr>
                <a:srgbClr val="FFFFFF"/>
              </a:buClr>
              <a:buSzPts val="6000"/>
              <a:buNone/>
              <a:defRPr sz="6000">
                <a:solidFill>
                  <a:srgbClr val="FFFFFF"/>
                </a:solidFill>
              </a:defRPr>
            </a:lvl7pPr>
            <a:lvl8pPr lvl="7">
              <a:lnSpc>
                <a:spcPct val="85000"/>
              </a:lnSpc>
              <a:spcBef>
                <a:spcPts val="0"/>
              </a:spcBef>
              <a:spcAft>
                <a:spcPts val="0"/>
              </a:spcAft>
              <a:buClr>
                <a:srgbClr val="FFFFFF"/>
              </a:buClr>
              <a:buSzPts val="6000"/>
              <a:buNone/>
              <a:defRPr sz="6000">
                <a:solidFill>
                  <a:srgbClr val="FFFFFF"/>
                </a:solidFill>
              </a:defRPr>
            </a:lvl8pPr>
            <a:lvl9pPr lvl="8">
              <a:lnSpc>
                <a:spcPct val="85000"/>
              </a:lnSpc>
              <a:spcBef>
                <a:spcPts val="0"/>
              </a:spcBef>
              <a:spcAft>
                <a:spcPts val="0"/>
              </a:spcAft>
              <a:buClr>
                <a:srgbClr val="FFFFFF"/>
              </a:buClr>
              <a:buSzPts val="6000"/>
              <a:buNone/>
              <a:defRPr sz="6000">
                <a:solidFill>
                  <a:srgbClr val="FFFFFF"/>
                </a:solidFill>
              </a:defRPr>
            </a:lvl9pPr>
          </a:lstStyle>
          <a:p/>
        </p:txBody>
      </p:sp>
      <p:sp>
        <p:nvSpPr>
          <p:cNvPr id="73" name="Google Shape;73;p16"/>
          <p:cNvSpPr txBox="1"/>
          <p:nvPr>
            <p:ph idx="1" type="subTitle"/>
          </p:nvPr>
        </p:nvSpPr>
        <p:spPr>
          <a:xfrm>
            <a:off x="675900" y="2813625"/>
            <a:ext cx="8156400" cy="792600"/>
          </a:xfrm>
          <a:prstGeom prst="rect">
            <a:avLst/>
          </a:prstGeom>
        </p:spPr>
        <p:txBody>
          <a:bodyPr anchorCtr="0" anchor="t" bIns="0" lIns="91425" spcFirstLastPara="1" rIns="91425" wrap="square" tIns="0">
            <a:normAutofit/>
          </a:bodyPr>
          <a:lstStyle>
            <a:lvl1pPr lvl="0">
              <a:lnSpc>
                <a:spcPct val="85000"/>
              </a:lnSpc>
              <a:spcBef>
                <a:spcPts val="0"/>
              </a:spcBef>
              <a:spcAft>
                <a:spcPts val="0"/>
              </a:spcAft>
              <a:buClr>
                <a:srgbClr val="FFFFFF"/>
              </a:buClr>
              <a:buSzPts val="2800"/>
              <a:buNone/>
              <a:defRPr sz="1600">
                <a:solidFill>
                  <a:srgbClr val="FFFFFF"/>
                </a:solidFill>
              </a:defRPr>
            </a:lvl1pPr>
            <a:lvl2pPr lvl="1" algn="ctr">
              <a:lnSpc>
                <a:spcPct val="85000"/>
              </a:lnSpc>
              <a:spcBef>
                <a:spcPts val="0"/>
              </a:spcBef>
              <a:spcAft>
                <a:spcPts val="0"/>
              </a:spcAft>
              <a:buClr>
                <a:srgbClr val="FFFFFF"/>
              </a:buClr>
              <a:buSzPts val="2800"/>
              <a:buNone/>
              <a:defRPr sz="2800">
                <a:solidFill>
                  <a:srgbClr val="FFFFFF"/>
                </a:solidFill>
              </a:defRPr>
            </a:lvl2pPr>
            <a:lvl3pPr lvl="2" algn="ctr">
              <a:lnSpc>
                <a:spcPct val="85000"/>
              </a:lnSpc>
              <a:spcBef>
                <a:spcPts val="0"/>
              </a:spcBef>
              <a:spcAft>
                <a:spcPts val="0"/>
              </a:spcAft>
              <a:buClr>
                <a:srgbClr val="FFFFFF"/>
              </a:buClr>
              <a:buSzPts val="2800"/>
              <a:buNone/>
              <a:defRPr sz="2800">
                <a:solidFill>
                  <a:srgbClr val="FFFFFF"/>
                </a:solidFill>
              </a:defRPr>
            </a:lvl3pPr>
            <a:lvl4pPr lvl="3" algn="ctr">
              <a:lnSpc>
                <a:spcPct val="85000"/>
              </a:lnSpc>
              <a:spcBef>
                <a:spcPts val="0"/>
              </a:spcBef>
              <a:spcAft>
                <a:spcPts val="0"/>
              </a:spcAft>
              <a:buClr>
                <a:srgbClr val="FFFFFF"/>
              </a:buClr>
              <a:buSzPts val="2800"/>
              <a:buNone/>
              <a:defRPr sz="2800">
                <a:solidFill>
                  <a:srgbClr val="FFFFFF"/>
                </a:solidFill>
              </a:defRPr>
            </a:lvl4pPr>
            <a:lvl5pPr lvl="4" algn="ctr">
              <a:lnSpc>
                <a:spcPct val="85000"/>
              </a:lnSpc>
              <a:spcBef>
                <a:spcPts val="0"/>
              </a:spcBef>
              <a:spcAft>
                <a:spcPts val="0"/>
              </a:spcAft>
              <a:buClr>
                <a:srgbClr val="FFFFFF"/>
              </a:buClr>
              <a:buSzPts val="2800"/>
              <a:buNone/>
              <a:defRPr sz="2800">
                <a:solidFill>
                  <a:srgbClr val="FFFFFF"/>
                </a:solidFill>
              </a:defRPr>
            </a:lvl5pPr>
            <a:lvl6pPr lvl="5" algn="ctr">
              <a:lnSpc>
                <a:spcPct val="85000"/>
              </a:lnSpc>
              <a:spcBef>
                <a:spcPts val="0"/>
              </a:spcBef>
              <a:spcAft>
                <a:spcPts val="0"/>
              </a:spcAft>
              <a:buClr>
                <a:srgbClr val="FFFFFF"/>
              </a:buClr>
              <a:buSzPts val="2800"/>
              <a:buNone/>
              <a:defRPr sz="2800">
                <a:solidFill>
                  <a:srgbClr val="FFFFFF"/>
                </a:solidFill>
              </a:defRPr>
            </a:lvl6pPr>
            <a:lvl7pPr lvl="6" algn="ctr">
              <a:lnSpc>
                <a:spcPct val="85000"/>
              </a:lnSpc>
              <a:spcBef>
                <a:spcPts val="0"/>
              </a:spcBef>
              <a:spcAft>
                <a:spcPts val="0"/>
              </a:spcAft>
              <a:buClr>
                <a:srgbClr val="FFFFFF"/>
              </a:buClr>
              <a:buSzPts val="2800"/>
              <a:buNone/>
              <a:defRPr sz="2800">
                <a:solidFill>
                  <a:srgbClr val="FFFFFF"/>
                </a:solidFill>
              </a:defRPr>
            </a:lvl7pPr>
            <a:lvl8pPr lvl="7" algn="ctr">
              <a:lnSpc>
                <a:spcPct val="85000"/>
              </a:lnSpc>
              <a:spcBef>
                <a:spcPts val="0"/>
              </a:spcBef>
              <a:spcAft>
                <a:spcPts val="0"/>
              </a:spcAft>
              <a:buClr>
                <a:srgbClr val="FFFFFF"/>
              </a:buClr>
              <a:buSzPts val="2800"/>
              <a:buNone/>
              <a:defRPr sz="2800">
                <a:solidFill>
                  <a:srgbClr val="FFFFFF"/>
                </a:solidFill>
              </a:defRPr>
            </a:lvl8pPr>
            <a:lvl9pPr lvl="8" algn="ctr">
              <a:lnSpc>
                <a:spcPct val="85000"/>
              </a:lnSpc>
              <a:spcBef>
                <a:spcPts val="0"/>
              </a:spcBef>
              <a:spcAft>
                <a:spcPts val="0"/>
              </a:spcAft>
              <a:buClr>
                <a:srgbClr val="FFFFFF"/>
              </a:buClr>
              <a:buSzPts val="2800"/>
              <a:buNone/>
              <a:defRPr sz="2800">
                <a:solidFill>
                  <a:srgbClr val="FFFFFF"/>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hyperlink" Target="https://help.getflowbox.com/en/articles/10663728-countdown-widget" TargetMode="External"/><Relationship Id="rId5" Type="http://schemas.openxmlformats.org/officeDocument/2006/relationships/hyperlink" Target="https://help.getflowbox.com/en/articles/8212282-media-uploader-enable-image-upload-for-your-customers" TargetMode="External"/><Relationship Id="rId6" Type="http://schemas.openxmlformats.org/officeDocument/2006/relationships/hyperlink" Target="https://help.getflowbox.com/en/articles/8212282-media-uploader-enable-image-upload-for-your-customers" TargetMode="External"/><Relationship Id="rId7" Type="http://schemas.openxmlformats.org/officeDocument/2006/relationships/hyperlink" Target="https://help.getflowbox.com/en/articles/8212282-media-uploader-let-your-customers-share-their-content" TargetMode="External"/><Relationship Id="rId8" Type="http://schemas.openxmlformats.org/officeDocument/2006/relationships/hyperlink" Target="https://help.getflowbox.com/en/articles/11000309-website-analytics-moderation"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9.gif"/></Relationships>
</file>

<file path=ppt/slides/_rels/slide20.xml.rels><?xml version="1.0" encoding="UTF-8" standalone="yes"?><Relationships xmlns="http://schemas.openxmlformats.org/package/2006/relationships"><Relationship Id="rId11" Type="http://schemas.openxmlformats.org/officeDocument/2006/relationships/image" Target="../media/image15.png"/><Relationship Id="rId10" Type="http://schemas.openxmlformats.org/officeDocument/2006/relationships/image" Target="../media/image6.png"/><Relationship Id="rId13" Type="http://schemas.openxmlformats.org/officeDocument/2006/relationships/image" Target="../media/image4.png"/><Relationship Id="rId12" Type="http://schemas.openxmlformats.org/officeDocument/2006/relationships/image" Target="../media/image7.png"/><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17.png"/><Relationship Id="rId9" Type="http://schemas.openxmlformats.org/officeDocument/2006/relationships/image" Target="../media/image14.png"/><Relationship Id="rId5" Type="http://schemas.openxmlformats.org/officeDocument/2006/relationships/image" Target="../media/image11.png"/><Relationship Id="rId6" Type="http://schemas.openxmlformats.org/officeDocument/2006/relationships/image" Target="../media/image13.png"/><Relationship Id="rId7" Type="http://schemas.openxmlformats.org/officeDocument/2006/relationships/image" Target="../media/image12.png"/><Relationship Id="rId8"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ctrTitle"/>
          </p:nvPr>
        </p:nvSpPr>
        <p:spPr>
          <a:xfrm>
            <a:off x="311700" y="3387650"/>
            <a:ext cx="8520600" cy="8361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QBR report</a:t>
            </a:r>
            <a:endParaRPr>
              <a:latin typeface="Inter"/>
              <a:ea typeface="Inter"/>
              <a:cs typeface="Inter"/>
              <a:sym typeface="Inter"/>
            </a:endParaRPr>
          </a:p>
        </p:txBody>
      </p:sp>
      <p:sp>
        <p:nvSpPr>
          <p:cNvPr id="79" name="Google Shape;79;p17"/>
          <p:cNvSpPr txBox="1"/>
          <p:nvPr>
            <p:ph idx="1" type="subTitle"/>
          </p:nvPr>
        </p:nvSpPr>
        <p:spPr>
          <a:xfrm>
            <a:off x="311700" y="4055600"/>
            <a:ext cx="85206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Inter"/>
                <a:ea typeface="Inter"/>
                <a:cs typeface="Inter"/>
                <a:sym typeface="Inter"/>
              </a:rPr>
              <a:t>Product usage &amp; ROI</a:t>
            </a:r>
            <a:endParaRPr>
              <a:solidFill>
                <a:schemeClr val="dk1"/>
              </a:solidFill>
              <a:latin typeface="Inter"/>
              <a:ea typeface="Inter"/>
              <a:cs typeface="Inter"/>
              <a:sym typeface="Inter"/>
            </a:endParaRPr>
          </a:p>
        </p:txBody>
      </p:sp>
      <p:sp>
        <p:nvSpPr>
          <p:cNvPr id="80" name="Google Shape;80;p17"/>
          <p:cNvSpPr/>
          <p:nvPr/>
        </p:nvSpPr>
        <p:spPr>
          <a:xfrm>
            <a:off x="9056650" y="2575583"/>
            <a:ext cx="91500" cy="1289400"/>
          </a:xfrm>
          <a:prstGeom prst="rect">
            <a:avLst/>
          </a:prstGeom>
          <a:solidFill>
            <a:srgbClr val="4F88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 name="Google Shape;81;p17"/>
          <p:cNvSpPr/>
          <p:nvPr/>
        </p:nvSpPr>
        <p:spPr>
          <a:xfrm>
            <a:off x="9056650" y="1287792"/>
            <a:ext cx="91500" cy="1289400"/>
          </a:xfrm>
          <a:prstGeom prst="rect">
            <a:avLst/>
          </a:prstGeom>
          <a:solidFill>
            <a:srgbClr val="9327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 name="Google Shape;82;p17"/>
          <p:cNvSpPr/>
          <p:nvPr/>
        </p:nvSpPr>
        <p:spPr>
          <a:xfrm>
            <a:off x="9056650" y="0"/>
            <a:ext cx="91500" cy="1289400"/>
          </a:xfrm>
          <a:prstGeom prst="rect">
            <a:avLst/>
          </a:prstGeom>
          <a:solidFill>
            <a:srgbClr val="97C38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 name="Google Shape;83;p17"/>
          <p:cNvSpPr/>
          <p:nvPr/>
        </p:nvSpPr>
        <p:spPr>
          <a:xfrm>
            <a:off x="9056650" y="3863375"/>
            <a:ext cx="91500" cy="12894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 name="Google Shape;89;p18"/>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On average, you collect</a:t>
            </a:r>
            <a:r>
              <a:rPr lang="en" sz="1200">
                <a:solidFill>
                  <a:srgbClr val="8E37F5"/>
                </a:solidFill>
                <a:latin typeface="Inter Medium"/>
                <a:ea typeface="Inter Medium"/>
                <a:cs typeface="Inter Medium"/>
                <a:sym typeface="Inter Medium"/>
              </a:rPr>
              <a:t> {{COLLECTED}} </a:t>
            </a:r>
            <a:r>
              <a:rPr lang="en" sz="1200">
                <a:solidFill>
                  <a:srgbClr val="757575"/>
                </a:solidFill>
                <a:latin typeface="Inter Medium"/>
                <a:ea typeface="Inter Medium"/>
                <a:cs typeface="Inter Medium"/>
                <a:sym typeface="Inter Medium"/>
              </a:rPr>
              <a:t>posts per month and manually approve</a:t>
            </a:r>
            <a:r>
              <a:rPr lang="en" sz="1200">
                <a:solidFill>
                  <a:srgbClr val="8E37F5"/>
                </a:solidFill>
                <a:latin typeface="Inter Medium"/>
                <a:ea typeface="Inter Medium"/>
                <a:cs typeface="Inter Medium"/>
                <a:sym typeface="Inter Medium"/>
              </a:rPr>
              <a:t> {{APPROVED}}</a:t>
            </a:r>
            <a:r>
              <a:rPr lang="en" sz="1200">
                <a:solidFill>
                  <a:srgbClr val="666666"/>
                </a:solidFill>
                <a:latin typeface="Inter Medium"/>
                <a:ea typeface="Inter Medium"/>
                <a:cs typeface="Inter Medium"/>
                <a:sym typeface="Inter Medium"/>
              </a:rPr>
              <a:t>, </a:t>
            </a:r>
            <a:r>
              <a:rPr lang="en" sz="1200">
                <a:solidFill>
                  <a:srgbClr val="757575"/>
                </a:solidFill>
                <a:latin typeface="Inter Medium"/>
                <a:ea typeface="Inter Medium"/>
                <a:cs typeface="Inter Medium"/>
                <a:sym typeface="Inter Medium"/>
              </a:rPr>
              <a:t>resulting in an approval rate of</a:t>
            </a:r>
            <a:r>
              <a:rPr lang="en" sz="1200">
                <a:solidFill>
                  <a:srgbClr val="8E37F5"/>
                </a:solidFill>
                <a:latin typeface="Inter Medium"/>
                <a:ea typeface="Inter Medium"/>
                <a:cs typeface="Inter Medium"/>
                <a:sym typeface="Inter Medium"/>
              </a:rPr>
              <a:t> {{APPROVALRATE}}</a:t>
            </a:r>
            <a:r>
              <a:rPr lang="en" sz="1200">
                <a:solidFill>
                  <a:srgbClr val="757575"/>
                </a:solidFill>
                <a:latin typeface="Inter Medium"/>
                <a:ea typeface="Inter Medium"/>
                <a:cs typeface="Inter Medium"/>
                <a:sym typeface="Inter Medium"/>
              </a:rPr>
              <a:t>.</a:t>
            </a:r>
            <a:endParaRPr sz="1200">
              <a:solidFill>
                <a:srgbClr val="666666"/>
              </a:solidFill>
              <a:latin typeface="Inter Medium"/>
              <a:ea typeface="Inter Medium"/>
              <a:cs typeface="Inter Medium"/>
              <a:sym typeface="Inter Medium"/>
            </a:endParaRPr>
          </a:p>
        </p:txBody>
      </p:sp>
      <p:pic>
        <p:nvPicPr>
          <p:cNvPr id="90" name="Google Shape;90;p18"/>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91" name="Google Shape;91;p18"/>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Collected x approved</a:t>
            </a:r>
            <a:endParaRPr sz="2000">
              <a:solidFill>
                <a:srgbClr val="1E1E1E"/>
              </a:solidFill>
              <a:latin typeface="Inter"/>
              <a:ea typeface="Inter"/>
              <a:cs typeface="Inter"/>
              <a:sym typeface="Inter"/>
            </a:endParaRPr>
          </a:p>
        </p:txBody>
      </p:sp>
      <p:sp>
        <p:nvSpPr>
          <p:cNvPr id="92" name="Google Shape;92;p18"/>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“Collected posts, approved posts and ratio”</a:t>
            </a:r>
            <a:endParaRPr i="1" sz="1000">
              <a:solidFill>
                <a:srgbClr val="777777"/>
              </a:solidFill>
              <a:latin typeface="Inter"/>
              <a:ea typeface="Inter"/>
              <a:cs typeface="Inter"/>
              <a:sym typeface="Inter"/>
            </a:endParaRPr>
          </a:p>
        </p:txBody>
      </p:sp>
      <p:sp>
        <p:nvSpPr>
          <p:cNvPr id="93" name="Google Shape;93;p18"/>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18"/>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95" name="Google Shape;95;p18"/>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a:t>
            </a:r>
            <a:endParaRPr b="1" sz="600">
              <a:solidFill>
                <a:srgbClr val="8942F0"/>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 name="Google Shape;101;p19"/>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On average, you distribute each approved post</a:t>
            </a:r>
            <a:r>
              <a:rPr lang="en" sz="1200">
                <a:solidFill>
                  <a:srgbClr val="8E37F5"/>
                </a:solidFill>
                <a:latin typeface="Inter Medium"/>
                <a:ea typeface="Inter Medium"/>
                <a:cs typeface="Inter Medium"/>
                <a:sym typeface="Inter Medium"/>
              </a:rPr>
              <a:t> {{AVERAGEDISTRIBUTED}}  </a:t>
            </a:r>
            <a:r>
              <a:rPr lang="en" sz="1200">
                <a:solidFill>
                  <a:srgbClr val="757575"/>
                </a:solidFill>
                <a:latin typeface="Inter Medium"/>
                <a:ea typeface="Inter Medium"/>
                <a:cs typeface="Inter Medium"/>
                <a:sym typeface="Inter Medium"/>
              </a:rPr>
              <a:t>times.</a:t>
            </a:r>
            <a:r>
              <a:rPr lang="en" sz="1200">
                <a:solidFill>
                  <a:srgbClr val="757575"/>
                </a:solidFill>
                <a:latin typeface="Inter Medium"/>
                <a:ea typeface="Inter Medium"/>
                <a:cs typeface="Inter Medium"/>
                <a:sym typeface="Inter Medium"/>
              </a:rPr>
              <a:t> </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666666"/>
              </a:solidFill>
              <a:latin typeface="Inter Medium"/>
              <a:ea typeface="Inter Medium"/>
              <a:cs typeface="Inter Medium"/>
              <a:sym typeface="Inter Medium"/>
            </a:endParaRPr>
          </a:p>
        </p:txBody>
      </p:sp>
      <p:pic>
        <p:nvPicPr>
          <p:cNvPr id="102" name="Google Shape;102;p19"/>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03" name="Google Shape;103;p19"/>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Post approval and distribution</a:t>
            </a:r>
            <a:endParaRPr sz="2000">
              <a:solidFill>
                <a:srgbClr val="1E1E1E"/>
              </a:solidFill>
              <a:latin typeface="Inter"/>
              <a:ea typeface="Inter"/>
              <a:cs typeface="Inter"/>
              <a:sym typeface="Inter"/>
            </a:endParaRPr>
          </a:p>
        </p:txBody>
      </p:sp>
      <p:sp>
        <p:nvSpPr>
          <p:cNvPr id="104" name="Google Shape;104;p19"/>
          <p:cNvSpPr txBox="1"/>
          <p:nvPr>
            <p:ph type="ctrTitle"/>
          </p:nvPr>
        </p:nvSpPr>
        <p:spPr>
          <a:xfrm>
            <a:off x="291325" y="670300"/>
            <a:ext cx="4998300" cy="54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“Approved posts x Flows distribution (manual distribution, adding tags and adding products”</a:t>
            </a:r>
            <a:endParaRPr i="1" sz="1000">
              <a:solidFill>
                <a:srgbClr val="777777"/>
              </a:solidFill>
              <a:latin typeface="Inter"/>
              <a:ea typeface="Inter"/>
              <a:cs typeface="Inter"/>
              <a:sym typeface="Inter"/>
            </a:endParaRPr>
          </a:p>
        </p:txBody>
      </p:sp>
      <p:sp>
        <p:nvSpPr>
          <p:cNvPr id="105" name="Google Shape;105;p19"/>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 name="Google Shape;106;p19"/>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107" name="Google Shape;107;p19"/>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2</a:t>
            </a:r>
            <a:endParaRPr b="1" sz="600">
              <a:solidFill>
                <a:srgbClr val="8942F0"/>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20"/>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On a average per month, you distribute </a:t>
            </a:r>
            <a:r>
              <a:rPr lang="en" sz="1200">
                <a:solidFill>
                  <a:srgbClr val="8E37F5"/>
                </a:solidFill>
                <a:latin typeface="Inter Medium"/>
                <a:ea typeface="Inter Medium"/>
                <a:cs typeface="Inter Medium"/>
                <a:sym typeface="Inter Medium"/>
              </a:rPr>
              <a:t>{{DISTRIBUTED}} </a:t>
            </a:r>
            <a:r>
              <a:rPr lang="en" sz="1200">
                <a:solidFill>
                  <a:srgbClr val="797979"/>
                </a:solidFill>
                <a:latin typeface="Inter Medium"/>
                <a:ea typeface="Inter Medium"/>
                <a:cs typeface="Inter Medium"/>
                <a:sym typeface="Inter Medium"/>
              </a:rPr>
              <a:t>posts </a:t>
            </a:r>
            <a:r>
              <a:rPr lang="en" sz="1200">
                <a:solidFill>
                  <a:srgbClr val="757575"/>
                </a:solidFill>
                <a:latin typeface="Inter Medium"/>
                <a:ea typeface="Inter Medium"/>
                <a:cs typeface="Inter Medium"/>
                <a:sym typeface="Inter Medium"/>
              </a:rPr>
              <a:t>by adding products.</a:t>
            </a:r>
            <a:r>
              <a:rPr lang="en" sz="1200">
                <a:solidFill>
                  <a:srgbClr val="757575"/>
                </a:solidFill>
                <a:latin typeface="Inter Medium"/>
                <a:ea typeface="Inter Medium"/>
                <a:cs typeface="Inter Medium"/>
                <a:sym typeface="Inter Medium"/>
              </a:rPr>
              <a:t> </a:t>
            </a:r>
            <a:r>
              <a:rPr lang="en" sz="1200">
                <a:solidFill>
                  <a:srgbClr val="757575"/>
                </a:solidFill>
                <a:latin typeface="Inter Medium"/>
                <a:ea typeface="Inter Medium"/>
                <a:cs typeface="Inter Medium"/>
                <a:sym typeface="Inter Medium"/>
              </a:rPr>
              <a:t>Keeping a regularly updated product Flow is essential for an effective sales strategy.</a:t>
            </a:r>
            <a:endParaRPr sz="1200">
              <a:solidFill>
                <a:srgbClr val="666666"/>
              </a:solidFill>
              <a:latin typeface="Inter Medium"/>
              <a:ea typeface="Inter Medium"/>
              <a:cs typeface="Inter Medium"/>
              <a:sym typeface="Inter Medium"/>
            </a:endParaRPr>
          </a:p>
        </p:txBody>
      </p:sp>
      <p:pic>
        <p:nvPicPr>
          <p:cNvPr id="114" name="Google Shape;114;p20"/>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15" name="Google Shape;115;p20"/>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Post distribution by adding products</a:t>
            </a:r>
            <a:endParaRPr sz="2000">
              <a:solidFill>
                <a:srgbClr val="1E1E1E"/>
              </a:solidFill>
              <a:latin typeface="Inter"/>
              <a:ea typeface="Inter"/>
              <a:cs typeface="Inter"/>
              <a:sym typeface="Inter"/>
            </a:endParaRPr>
          </a:p>
        </p:txBody>
      </p:sp>
      <p:sp>
        <p:nvSpPr>
          <p:cNvPr id="116" name="Google Shape;116;p20"/>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20"/>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118" name="Google Shape;118;p20"/>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3</a:t>
            </a:r>
            <a:endParaRPr b="1" sz="600">
              <a:solidFill>
                <a:srgbClr val="8942F0"/>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 name="Google Shape;124;p21"/>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Assisted sales typically increase with greater platform usage, such as approving more posts.</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This occurs when fresh content is published on your website, capturing users' attention.</a:t>
            </a:r>
            <a:endParaRPr sz="1200">
              <a:solidFill>
                <a:srgbClr val="797979"/>
              </a:solidFill>
              <a:latin typeface="Inter Medium"/>
              <a:ea typeface="Inter Medium"/>
              <a:cs typeface="Inter Medium"/>
              <a:sym typeface="Inter Medium"/>
            </a:endParaRPr>
          </a:p>
        </p:txBody>
      </p:sp>
      <p:pic>
        <p:nvPicPr>
          <p:cNvPr id="125" name="Google Shape;125;p21"/>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26" name="Google Shape;126;p21"/>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Moderation insights</a:t>
            </a:r>
            <a:endParaRPr sz="2000">
              <a:solidFill>
                <a:srgbClr val="1E1E1E"/>
              </a:solidFill>
              <a:latin typeface="Inter"/>
              <a:ea typeface="Inter"/>
              <a:cs typeface="Inter"/>
              <a:sym typeface="Inter"/>
            </a:endParaRPr>
          </a:p>
        </p:txBody>
      </p:sp>
      <p:sp>
        <p:nvSpPr>
          <p:cNvPr id="127" name="Google Shape;127;p21"/>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“Correlation between distribution and assisted sales”</a:t>
            </a:r>
            <a:endParaRPr i="1" sz="1000">
              <a:solidFill>
                <a:srgbClr val="777777"/>
              </a:solidFill>
              <a:latin typeface="Inter"/>
              <a:ea typeface="Inter"/>
              <a:cs typeface="Inter"/>
              <a:sym typeface="Inter"/>
            </a:endParaRPr>
          </a:p>
        </p:txBody>
      </p:sp>
      <p:sp>
        <p:nvSpPr>
          <p:cNvPr id="128" name="Google Shape;128;p21"/>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21"/>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130" name="Google Shape;130;p21"/>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4</a:t>
            </a:r>
            <a:endParaRPr b="1" sz="600">
              <a:solidFill>
                <a:srgbClr val="8942F0"/>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2"/>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22"/>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On average, you sent </a:t>
            </a:r>
            <a:r>
              <a:rPr lang="en" sz="1200">
                <a:solidFill>
                  <a:srgbClr val="8E37F5"/>
                </a:solidFill>
                <a:latin typeface="Inter Medium"/>
                <a:ea typeface="Inter Medium"/>
                <a:cs typeface="Inter Medium"/>
                <a:sym typeface="Inter Medium"/>
              </a:rPr>
              <a:t>{{RIGHTREQUESTS}} </a:t>
            </a:r>
            <a:r>
              <a:rPr lang="en" sz="1200">
                <a:solidFill>
                  <a:srgbClr val="797979"/>
                </a:solidFill>
                <a:latin typeface="Inter Medium"/>
                <a:ea typeface="Inter Medium"/>
                <a:cs typeface="Inter Medium"/>
                <a:sym typeface="Inter Medium"/>
              </a:rPr>
              <a:t> rights requests per month. </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We strongly recommend balancing rights requests between DMs and comments, using varied templates to ensure compliance with social media terms and conditions.</a:t>
            </a:r>
            <a:endParaRPr sz="1200">
              <a:solidFill>
                <a:srgbClr val="666666"/>
              </a:solidFill>
              <a:latin typeface="Inter Medium"/>
              <a:ea typeface="Inter Medium"/>
              <a:cs typeface="Inter Medium"/>
              <a:sym typeface="Inter Medium"/>
            </a:endParaRPr>
          </a:p>
        </p:txBody>
      </p:sp>
      <p:pic>
        <p:nvPicPr>
          <p:cNvPr id="137" name="Google Shape;137;p22"/>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38" name="Google Shape;138;p22"/>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Rights request sent</a:t>
            </a:r>
            <a:endParaRPr sz="2000">
              <a:solidFill>
                <a:srgbClr val="1E1E1E"/>
              </a:solidFill>
              <a:latin typeface="Inter"/>
              <a:ea typeface="Inter"/>
              <a:cs typeface="Inter"/>
              <a:sym typeface="Inter"/>
            </a:endParaRPr>
          </a:p>
        </p:txBody>
      </p:sp>
      <p:sp>
        <p:nvSpPr>
          <p:cNvPr id="139" name="Google Shape;139;p22"/>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“Rights request sent via comments &amp; DM”</a:t>
            </a:r>
            <a:endParaRPr i="1" sz="1000">
              <a:solidFill>
                <a:srgbClr val="777777"/>
              </a:solidFill>
              <a:latin typeface="Inter"/>
              <a:ea typeface="Inter"/>
              <a:cs typeface="Inter"/>
              <a:sym typeface="Inter"/>
            </a:endParaRPr>
          </a:p>
        </p:txBody>
      </p:sp>
      <p:sp>
        <p:nvSpPr>
          <p:cNvPr id="140" name="Google Shape;140;p22"/>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 name="Google Shape;141;p22"/>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142" name="Google Shape;142;p22"/>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5</a:t>
            </a:r>
            <a:endParaRPr b="1" sz="600">
              <a:solidFill>
                <a:srgbClr val="8942F0"/>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 name="Google Shape;148;p23"/>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Your average </a:t>
            </a:r>
            <a:r>
              <a:rPr lang="en" sz="1200">
                <a:solidFill>
                  <a:srgbClr val="797979"/>
                </a:solidFill>
                <a:latin typeface="Inter Medium"/>
                <a:ea typeface="Inter Medium"/>
                <a:cs typeface="Inter Medium"/>
                <a:sym typeface="Inter Medium"/>
              </a:rPr>
              <a:t>engagement rate is </a:t>
            </a:r>
            <a:r>
              <a:rPr lang="en" sz="1200">
                <a:solidFill>
                  <a:srgbClr val="8E37F5"/>
                </a:solidFill>
                <a:latin typeface="Inter Medium"/>
                <a:ea typeface="Inter Medium"/>
                <a:cs typeface="Inter Medium"/>
                <a:sym typeface="Inter Medium"/>
              </a:rPr>
              <a:t>{{AVERAGEENGAGEMENTRATE}}</a:t>
            </a:r>
            <a:r>
              <a:rPr lang="en" sz="1200">
                <a:solidFill>
                  <a:srgbClr val="8E37F5"/>
                </a:solidFill>
                <a:latin typeface="Inter Medium"/>
                <a:ea typeface="Inter Medium"/>
                <a:cs typeface="Inter Medium"/>
                <a:sym typeface="Inter Medium"/>
              </a:rPr>
              <a:t>%</a:t>
            </a:r>
            <a:r>
              <a:rPr lang="en" sz="1200">
                <a:solidFill>
                  <a:srgbClr val="797979"/>
                </a:solidFill>
                <a:latin typeface="Inter Medium"/>
                <a:ea typeface="Inter Medium"/>
                <a:cs typeface="Inter Medium"/>
                <a:sym typeface="Inter Medium"/>
              </a:rPr>
              <a:t>.</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57575"/>
                </a:solidFill>
                <a:latin typeface="Inter Medium"/>
                <a:ea typeface="Inter Medium"/>
                <a:cs typeface="Inter Medium"/>
                <a:sym typeface="Inter Medium"/>
              </a:rPr>
              <a:t>As a proxy reference, platforms like Facebook, Instagram and Twitter, </a:t>
            </a:r>
            <a:r>
              <a:rPr lang="en" sz="1200">
                <a:solidFill>
                  <a:srgbClr val="757575"/>
                </a:solidFill>
                <a:latin typeface="Inter Medium"/>
                <a:ea typeface="Inter Medium"/>
                <a:cs typeface="Inter Medium"/>
                <a:sym typeface="Inter Medium"/>
              </a:rPr>
              <a:t>typically</a:t>
            </a:r>
            <a:r>
              <a:rPr lang="en" sz="1200">
                <a:solidFill>
                  <a:srgbClr val="757575"/>
                </a:solidFill>
                <a:latin typeface="Inter Medium"/>
                <a:ea typeface="Inter Medium"/>
                <a:cs typeface="Inter Medium"/>
                <a:sym typeface="Inter Medium"/>
              </a:rPr>
              <a:t> have an average engagement rate between</a:t>
            </a:r>
            <a:r>
              <a:rPr lang="en" sz="1200">
                <a:solidFill>
                  <a:srgbClr val="8E37F5"/>
                </a:solidFill>
                <a:latin typeface="Inter Medium"/>
                <a:ea typeface="Inter Medium"/>
                <a:cs typeface="Inter Medium"/>
                <a:sym typeface="Inter Medium"/>
              </a:rPr>
              <a:t> 1 - 5%</a:t>
            </a:r>
            <a:r>
              <a:rPr lang="en" sz="1200">
                <a:solidFill>
                  <a:srgbClr val="757575"/>
                </a:solidFill>
                <a:latin typeface="Inter Medium"/>
                <a:ea typeface="Inter Medium"/>
                <a:cs typeface="Inter Medium"/>
                <a:sym typeface="Inter Medium"/>
              </a:rPr>
              <a:t>.</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57575"/>
              </a:solidFill>
              <a:latin typeface="Inter Medium"/>
              <a:ea typeface="Inter Medium"/>
              <a:cs typeface="Inter Medium"/>
              <a:sym typeface="Inter Medium"/>
            </a:endParaRPr>
          </a:p>
        </p:txBody>
      </p:sp>
      <p:pic>
        <p:nvPicPr>
          <p:cNvPr id="149" name="Google Shape;149;p23"/>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50" name="Google Shape;150;p23"/>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Impressions and engagement rate</a:t>
            </a:r>
            <a:endParaRPr sz="2000">
              <a:solidFill>
                <a:srgbClr val="1E1E1E"/>
              </a:solidFill>
              <a:latin typeface="Inter"/>
              <a:ea typeface="Inter"/>
              <a:cs typeface="Inter"/>
              <a:sym typeface="Inter"/>
            </a:endParaRPr>
          </a:p>
        </p:txBody>
      </p:sp>
      <p:sp>
        <p:nvSpPr>
          <p:cNvPr id="151" name="Google Shape;151;p23"/>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“How often visitors interact with your Flows?”</a:t>
            </a:r>
            <a:endParaRPr i="1" sz="1000">
              <a:solidFill>
                <a:srgbClr val="777777"/>
              </a:solidFill>
              <a:latin typeface="Inter"/>
              <a:ea typeface="Inter"/>
              <a:cs typeface="Inter"/>
              <a:sym typeface="Inter"/>
            </a:endParaRPr>
          </a:p>
        </p:txBody>
      </p:sp>
      <p:sp>
        <p:nvSpPr>
          <p:cNvPr id="152" name="Google Shape;152;p23"/>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 name="Google Shape;153;p23"/>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154" name="Google Shape;154;p23"/>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6</a:t>
            </a:r>
            <a:endParaRPr b="1" sz="600">
              <a:solidFill>
                <a:srgbClr val="8942F0"/>
              </a:solidFill>
              <a:latin typeface="Inter"/>
              <a:ea typeface="Inter"/>
              <a:cs typeface="Inter"/>
              <a:sym typeface="Inter"/>
            </a:endParaRPr>
          </a:p>
        </p:txBody>
      </p:sp>
      <p:sp>
        <p:nvSpPr>
          <p:cNvPr id="155" name="Google Shape;155;p23"/>
          <p:cNvSpPr txBox="1"/>
          <p:nvPr/>
        </p:nvSpPr>
        <p:spPr>
          <a:xfrm>
            <a:off x="393700" y="4677300"/>
            <a:ext cx="870600" cy="286200"/>
          </a:xfrm>
          <a:prstGeom prst="rect">
            <a:avLst/>
          </a:prstGeom>
          <a:noFill/>
          <a:ln cap="flat" cmpd="sng" w="9525">
            <a:solidFill>
              <a:srgbClr val="7455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600">
                <a:solidFill>
                  <a:srgbClr val="757575"/>
                </a:solidFill>
                <a:latin typeface="Inter"/>
                <a:ea typeface="Inter"/>
                <a:cs typeface="Inter"/>
                <a:sym typeface="Inter"/>
              </a:rPr>
              <a:t>Important note</a:t>
            </a:r>
            <a:endParaRPr b="1" sz="600">
              <a:solidFill>
                <a:srgbClr val="757575"/>
              </a:solidFill>
              <a:latin typeface="Inter"/>
              <a:ea typeface="Inter"/>
              <a:cs typeface="Inter"/>
              <a:sym typeface="Inter"/>
            </a:endParaRPr>
          </a:p>
        </p:txBody>
      </p:sp>
      <p:sp>
        <p:nvSpPr>
          <p:cNvPr id="156" name="Google Shape;156;p23"/>
          <p:cNvSpPr txBox="1"/>
          <p:nvPr/>
        </p:nvSpPr>
        <p:spPr>
          <a:xfrm>
            <a:off x="1366677" y="4677300"/>
            <a:ext cx="3923100" cy="286200"/>
          </a:xfrm>
          <a:prstGeom prst="rect">
            <a:avLst/>
          </a:prstGeom>
          <a:noFill/>
          <a:ln cap="flat" cmpd="sng" w="9525">
            <a:solidFill>
              <a:srgbClr val="7F3DF3"/>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n" sz="600">
                <a:solidFill>
                  <a:schemeClr val="dk2"/>
                </a:solidFill>
                <a:latin typeface="Inter"/>
                <a:ea typeface="Inter"/>
                <a:cs typeface="Inter"/>
                <a:sym typeface="Inter"/>
              </a:rPr>
              <a:t>Proxy benchmarks were gathered by online research and artificial intelligence refinements.</a:t>
            </a:r>
            <a:endParaRPr sz="600">
              <a:solidFill>
                <a:schemeClr val="dk2"/>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4"/>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 name="Google Shape;162;p24"/>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797979"/>
                </a:solidFill>
                <a:latin typeface="Inter Medium"/>
                <a:ea typeface="Inter Medium"/>
                <a:cs typeface="Inter Medium"/>
                <a:sym typeface="Inter Medium"/>
              </a:rPr>
              <a:t>Your </a:t>
            </a:r>
            <a:r>
              <a:rPr lang="en" sz="1200">
                <a:solidFill>
                  <a:srgbClr val="797979"/>
                </a:solidFill>
                <a:latin typeface="Inter Medium"/>
                <a:ea typeface="Inter Medium"/>
                <a:cs typeface="Inter Medium"/>
                <a:sym typeface="Inter Medium"/>
              </a:rPr>
              <a:t>average post engagement per engagement is </a:t>
            </a:r>
            <a:r>
              <a:rPr lang="en" sz="1200">
                <a:solidFill>
                  <a:srgbClr val="8E37F5"/>
                </a:solidFill>
                <a:latin typeface="Inter Medium"/>
                <a:ea typeface="Inter Medium"/>
                <a:cs typeface="Inter Medium"/>
                <a:sym typeface="Inter Medium"/>
              </a:rPr>
              <a:t>{{POSTENGAGEMENT}}%</a:t>
            </a:r>
            <a:r>
              <a:rPr lang="en" sz="1200">
                <a:solidFill>
                  <a:srgbClr val="757575"/>
                </a:solidFill>
                <a:latin typeface="Inter Medium"/>
                <a:ea typeface="Inter Medium"/>
                <a:cs typeface="Inter Medium"/>
                <a:sym typeface="Inter Medium"/>
              </a:rPr>
              <a:t>, while your CTA engagement rate is </a:t>
            </a:r>
            <a:r>
              <a:rPr lang="en" sz="1200">
                <a:solidFill>
                  <a:srgbClr val="8E37F5"/>
                </a:solidFill>
                <a:latin typeface="Inter Medium"/>
                <a:ea typeface="Inter Medium"/>
                <a:cs typeface="Inter Medium"/>
                <a:sym typeface="Inter Medium"/>
              </a:rPr>
              <a:t>{{CTAENGAGEMENT}}%</a:t>
            </a:r>
            <a:r>
              <a:rPr lang="en" sz="1200">
                <a:solidFill>
                  <a:srgbClr val="757575"/>
                </a:solidFill>
                <a:latin typeface="Inter Medium"/>
                <a:ea typeface="Inter Medium"/>
                <a:cs typeface="Inter Medium"/>
                <a:sym typeface="Inter Medium"/>
              </a:rPr>
              <a:t>.</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ts val="1100"/>
              <a:buFont typeface="Arial"/>
              <a:buNone/>
            </a:pPr>
            <a:r>
              <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ts val="1100"/>
              <a:buFont typeface="Arial"/>
              <a:buNone/>
            </a:pPr>
            <a:r>
              <a:rPr lang="en" sz="1200">
                <a:solidFill>
                  <a:srgbClr val="757575"/>
                </a:solidFill>
                <a:latin typeface="Inter Medium"/>
                <a:ea typeface="Inter Medium"/>
                <a:cs typeface="Inter Medium"/>
                <a:sym typeface="Inter Medium"/>
              </a:rPr>
              <a:t>As a benchmark, social media platforms like Facebook, Instagram, and Twitter typically have a CTA rate between </a:t>
            </a:r>
            <a:r>
              <a:rPr lang="en" sz="1200">
                <a:solidFill>
                  <a:srgbClr val="8E37F5"/>
                </a:solidFill>
                <a:latin typeface="Inter Medium"/>
                <a:ea typeface="Inter Medium"/>
                <a:cs typeface="Inter Medium"/>
                <a:sym typeface="Inter Medium"/>
              </a:rPr>
              <a:t>0.5% and 5%</a:t>
            </a:r>
            <a:r>
              <a:rPr lang="en" sz="1200">
                <a:solidFill>
                  <a:srgbClr val="757575"/>
                </a:solidFill>
                <a:latin typeface="Inter Medium"/>
                <a:ea typeface="Inter Medium"/>
                <a:cs typeface="Inter Medium"/>
                <a:sym typeface="Inter Medium"/>
              </a:rPr>
              <a:t>.</a:t>
            </a:r>
            <a:endParaRPr sz="1200">
              <a:solidFill>
                <a:srgbClr val="797979"/>
              </a:solidFill>
              <a:latin typeface="Inter Medium"/>
              <a:ea typeface="Inter Medium"/>
              <a:cs typeface="Inter Medium"/>
              <a:sym typeface="Inter Medium"/>
            </a:endParaRPr>
          </a:p>
        </p:txBody>
      </p:sp>
      <p:pic>
        <p:nvPicPr>
          <p:cNvPr id="163" name="Google Shape;163;p24"/>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64" name="Google Shape;164;p24"/>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Engagement funnel</a:t>
            </a:r>
            <a:endParaRPr sz="2000">
              <a:solidFill>
                <a:srgbClr val="1E1E1E"/>
              </a:solidFill>
              <a:latin typeface="Inter"/>
              <a:ea typeface="Inter"/>
              <a:cs typeface="Inter"/>
              <a:sym typeface="Inter"/>
            </a:endParaRPr>
          </a:p>
        </p:txBody>
      </p:sp>
      <p:sp>
        <p:nvSpPr>
          <p:cNvPr id="165" name="Google Shape;165;p24"/>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“Conversion metrics ratios from engagement to CTA clicks”</a:t>
            </a:r>
            <a:endParaRPr i="1" sz="1000">
              <a:solidFill>
                <a:srgbClr val="777777"/>
              </a:solidFill>
              <a:latin typeface="Inter"/>
              <a:ea typeface="Inter"/>
              <a:cs typeface="Inter"/>
              <a:sym typeface="Inter"/>
            </a:endParaRPr>
          </a:p>
        </p:txBody>
      </p:sp>
      <p:sp>
        <p:nvSpPr>
          <p:cNvPr id="166" name="Google Shape;166;p24"/>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Google Shape;167;p24"/>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168" name="Google Shape;168;p24"/>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7</a:t>
            </a:r>
            <a:endParaRPr b="1" sz="600">
              <a:solidFill>
                <a:srgbClr val="8942F0"/>
              </a:solidFill>
              <a:latin typeface="Inter"/>
              <a:ea typeface="Inter"/>
              <a:cs typeface="Inter"/>
              <a:sym typeface="Inter"/>
            </a:endParaRPr>
          </a:p>
        </p:txBody>
      </p:sp>
      <p:sp>
        <p:nvSpPr>
          <p:cNvPr id="169" name="Google Shape;169;p24"/>
          <p:cNvSpPr txBox="1"/>
          <p:nvPr/>
        </p:nvSpPr>
        <p:spPr>
          <a:xfrm>
            <a:off x="393700" y="4677300"/>
            <a:ext cx="870600" cy="286200"/>
          </a:xfrm>
          <a:prstGeom prst="rect">
            <a:avLst/>
          </a:prstGeom>
          <a:noFill/>
          <a:ln cap="flat" cmpd="sng" w="9525">
            <a:solidFill>
              <a:srgbClr val="7455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600">
                <a:solidFill>
                  <a:srgbClr val="757575"/>
                </a:solidFill>
                <a:latin typeface="Inter"/>
                <a:ea typeface="Inter"/>
                <a:cs typeface="Inter"/>
                <a:sym typeface="Inter"/>
              </a:rPr>
              <a:t>Important note</a:t>
            </a:r>
            <a:endParaRPr b="1" sz="600">
              <a:solidFill>
                <a:srgbClr val="757575"/>
              </a:solidFill>
              <a:latin typeface="Inter"/>
              <a:ea typeface="Inter"/>
              <a:cs typeface="Inter"/>
              <a:sym typeface="Inter"/>
            </a:endParaRPr>
          </a:p>
        </p:txBody>
      </p:sp>
      <p:sp>
        <p:nvSpPr>
          <p:cNvPr id="170" name="Google Shape;170;p24"/>
          <p:cNvSpPr txBox="1"/>
          <p:nvPr/>
        </p:nvSpPr>
        <p:spPr>
          <a:xfrm>
            <a:off x="1366677" y="4677300"/>
            <a:ext cx="3923100" cy="286200"/>
          </a:xfrm>
          <a:prstGeom prst="rect">
            <a:avLst/>
          </a:prstGeom>
          <a:noFill/>
          <a:ln cap="flat" cmpd="sng" w="9525">
            <a:solidFill>
              <a:srgbClr val="7F3DF3"/>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n" sz="500">
                <a:solidFill>
                  <a:schemeClr val="dk2"/>
                </a:solidFill>
                <a:latin typeface="Inter"/>
                <a:ea typeface="Inter"/>
                <a:cs typeface="Inter"/>
                <a:sym typeface="Inter"/>
              </a:rPr>
              <a:t>1 . </a:t>
            </a:r>
            <a:r>
              <a:rPr i="1" lang="en" sz="500">
                <a:solidFill>
                  <a:schemeClr val="dk2"/>
                </a:solidFill>
                <a:latin typeface="Inter"/>
                <a:ea typeface="Inter"/>
                <a:cs typeface="Inter"/>
                <a:sym typeface="Inter"/>
              </a:rPr>
              <a:t>Benchmarks do not account for the user journey, meaning they do not reflect how close </a:t>
            </a:r>
            <a:endParaRPr i="1" sz="500">
              <a:solidFill>
                <a:schemeClr val="dk2"/>
              </a:solidFill>
              <a:latin typeface="Inter"/>
              <a:ea typeface="Inter"/>
              <a:cs typeface="Inter"/>
              <a:sym typeface="Inter"/>
            </a:endParaRPr>
          </a:p>
          <a:p>
            <a:pPr indent="0" lvl="0" marL="0" rtl="0" algn="l">
              <a:spcBef>
                <a:spcPts val="0"/>
              </a:spcBef>
              <a:spcAft>
                <a:spcPts val="0"/>
              </a:spcAft>
              <a:buNone/>
            </a:pPr>
            <a:r>
              <a:rPr i="1" lang="en" sz="500">
                <a:solidFill>
                  <a:schemeClr val="dk2"/>
                </a:solidFill>
                <a:latin typeface="Inter"/>
                <a:ea typeface="Inter"/>
                <a:cs typeface="Inter"/>
                <a:sym typeface="Inter"/>
              </a:rPr>
              <a:t>users are to making a purchase. 2 . </a:t>
            </a:r>
            <a:r>
              <a:rPr i="1" lang="en" sz="500">
                <a:solidFill>
                  <a:schemeClr val="dk2"/>
                </a:solidFill>
                <a:latin typeface="Inter"/>
                <a:ea typeface="Inter"/>
                <a:cs typeface="Inter"/>
                <a:sym typeface="Inter"/>
              </a:rPr>
              <a:t>Proxy benchmarks were gathered by online research and artificial intelligence refinements.</a:t>
            </a:r>
            <a:endParaRPr sz="500">
              <a:solidFill>
                <a:schemeClr val="dk2"/>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5"/>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 name="Google Shape;176;p25"/>
          <p:cNvSpPr txBox="1"/>
          <p:nvPr>
            <p:ph type="ctrTitle"/>
          </p:nvPr>
        </p:nvSpPr>
        <p:spPr>
          <a:xfrm>
            <a:off x="6115050" y="1954350"/>
            <a:ext cx="2825700" cy="27573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91667"/>
              <a:buFont typeface="Arial"/>
              <a:buNone/>
            </a:pPr>
            <a:r>
              <a:rPr lang="en" sz="1200">
                <a:solidFill>
                  <a:srgbClr val="797979"/>
                </a:solidFill>
                <a:latin typeface="Inter Medium"/>
                <a:ea typeface="Inter Medium"/>
                <a:cs typeface="Inter Medium"/>
                <a:sym typeface="Inter Medium"/>
              </a:rPr>
              <a:t>On average, your costs are as follows: Per 1k impressions is </a:t>
            </a:r>
            <a:r>
              <a:rPr lang="en" sz="1200">
                <a:solidFill>
                  <a:srgbClr val="8E37F5"/>
                </a:solidFill>
                <a:latin typeface="Inter Medium"/>
                <a:ea typeface="Inter Medium"/>
                <a:cs typeface="Inter Medium"/>
                <a:sym typeface="Inter Medium"/>
              </a:rPr>
              <a:t>€{{PER1KIMPRESSIONS}} </a:t>
            </a:r>
            <a:r>
              <a:rPr lang="en" sz="1200">
                <a:solidFill>
                  <a:srgbClr val="757575"/>
                </a:solidFill>
                <a:latin typeface="Inter Medium"/>
                <a:ea typeface="Inter Medium"/>
                <a:cs typeface="Inter Medium"/>
                <a:sym typeface="Inter Medium"/>
              </a:rPr>
              <a:t> </a:t>
            </a:r>
            <a:r>
              <a:rPr lang="en" sz="1200">
                <a:solidFill>
                  <a:srgbClr val="797979"/>
                </a:solidFill>
                <a:latin typeface="Inter Medium"/>
                <a:ea typeface="Inter Medium"/>
                <a:cs typeface="Inter Medium"/>
                <a:sym typeface="Inter Medium"/>
              </a:rPr>
              <a:t>per post engagement is </a:t>
            </a:r>
            <a:r>
              <a:rPr lang="en" sz="1200">
                <a:solidFill>
                  <a:srgbClr val="8E37F5"/>
                </a:solidFill>
                <a:latin typeface="Inter Medium"/>
                <a:ea typeface="Inter Medium"/>
                <a:cs typeface="Inter Medium"/>
                <a:sym typeface="Inter Medium"/>
              </a:rPr>
              <a:t>€{{PERPOSTENGAGEMEN}}T</a:t>
            </a:r>
            <a:r>
              <a:rPr lang="en" sz="1200">
                <a:solidFill>
                  <a:srgbClr val="757575"/>
                </a:solidFill>
                <a:latin typeface="Inter Medium"/>
                <a:ea typeface="Inter Medium"/>
                <a:cs typeface="Inter Medium"/>
                <a:sym typeface="Inter Medium"/>
              </a:rPr>
              <a:t> and </a:t>
            </a:r>
            <a:r>
              <a:rPr lang="en" sz="1200">
                <a:solidFill>
                  <a:srgbClr val="797979"/>
                </a:solidFill>
                <a:latin typeface="Inter Medium"/>
                <a:ea typeface="Inter Medium"/>
                <a:cs typeface="Inter Medium"/>
                <a:sym typeface="Inter Medium"/>
              </a:rPr>
              <a:t>per click is </a:t>
            </a:r>
            <a:r>
              <a:rPr lang="en" sz="1200">
                <a:solidFill>
                  <a:srgbClr val="8E37F5"/>
                </a:solidFill>
                <a:latin typeface="Inter Medium"/>
                <a:ea typeface="Inter Medium"/>
                <a:cs typeface="Inter Medium"/>
                <a:sym typeface="Inter Medium"/>
              </a:rPr>
              <a:t>{{COSTPERCLICK}}</a:t>
            </a:r>
            <a:r>
              <a:rPr lang="en" sz="1200">
                <a:solidFill>
                  <a:srgbClr val="757575"/>
                </a:solidFill>
                <a:latin typeface="Inter Medium"/>
                <a:ea typeface="Inter Medium"/>
                <a:cs typeface="Inter Medium"/>
                <a:sym typeface="Inter Medium"/>
              </a:rPr>
              <a:t>.</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ct val="91667"/>
              <a:buFont typeface="Arial"/>
              <a:buNone/>
            </a:pPr>
            <a:r>
              <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867">
                <a:solidFill>
                  <a:srgbClr val="757575"/>
                </a:solidFill>
                <a:latin typeface="Inter Medium"/>
                <a:ea typeface="Inter Medium"/>
                <a:cs typeface="Inter Medium"/>
                <a:sym typeface="Inter Medium"/>
              </a:rPr>
              <a:t>As a proxy benchmark, here are some average costs:</a:t>
            </a:r>
            <a:endParaRPr sz="867">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756">
                <a:solidFill>
                  <a:srgbClr val="8E37F5"/>
                </a:solidFill>
                <a:latin typeface="Inter Medium"/>
                <a:ea typeface="Inter Medium"/>
                <a:cs typeface="Inter Medium"/>
                <a:sym typeface="Inter Medium"/>
              </a:rPr>
              <a:t>Per 1k impressions</a:t>
            </a:r>
            <a:endParaRPr sz="756">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756">
                <a:solidFill>
                  <a:srgbClr val="757575"/>
                </a:solidFill>
                <a:latin typeface="Inter Medium"/>
                <a:ea typeface="Inter Medium"/>
                <a:cs typeface="Inter Medium"/>
                <a:sym typeface="Inter Medium"/>
              </a:rPr>
              <a:t>Facebook / Instagram:  </a:t>
            </a:r>
            <a:r>
              <a:rPr lang="en" sz="756">
                <a:solidFill>
                  <a:srgbClr val="8E37F5"/>
                </a:solidFill>
                <a:latin typeface="Inter Medium"/>
                <a:ea typeface="Inter Medium"/>
                <a:cs typeface="Inter Medium"/>
                <a:sym typeface="Inter Medium"/>
              </a:rPr>
              <a:t>5 - 15€</a:t>
            </a:r>
            <a:endParaRPr sz="756">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756">
                <a:solidFill>
                  <a:srgbClr val="757575"/>
                </a:solidFill>
                <a:latin typeface="Inter Medium"/>
                <a:ea typeface="Inter Medium"/>
                <a:cs typeface="Inter Medium"/>
                <a:sym typeface="Inter Medium"/>
              </a:rPr>
              <a:t>Google display network:</a:t>
            </a:r>
            <a:r>
              <a:rPr lang="en" sz="756">
                <a:solidFill>
                  <a:srgbClr val="8E37F5"/>
                </a:solidFill>
                <a:latin typeface="Inter Medium"/>
                <a:ea typeface="Inter Medium"/>
                <a:cs typeface="Inter Medium"/>
                <a:sym typeface="Inter Medium"/>
              </a:rPr>
              <a:t>  1 - 5€</a:t>
            </a:r>
            <a:endParaRPr sz="756">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756">
                <a:solidFill>
                  <a:srgbClr val="757575"/>
                </a:solidFill>
                <a:latin typeface="Inter Medium"/>
                <a:ea typeface="Inter Medium"/>
                <a:cs typeface="Inter Medium"/>
                <a:sym typeface="Inter Medium"/>
              </a:rPr>
              <a:t>YouTube ads: </a:t>
            </a:r>
            <a:r>
              <a:rPr lang="en" sz="756">
                <a:solidFill>
                  <a:srgbClr val="8E37F5"/>
                </a:solidFill>
                <a:latin typeface="Inter Medium"/>
                <a:ea typeface="Inter Medium"/>
                <a:cs typeface="Inter Medium"/>
                <a:sym typeface="Inter Medium"/>
              </a:rPr>
              <a:t> 4 - 12€</a:t>
            </a:r>
            <a:endParaRPr sz="756">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756">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756">
                <a:solidFill>
                  <a:srgbClr val="8E37F5"/>
                </a:solidFill>
                <a:latin typeface="Inter Medium"/>
                <a:ea typeface="Inter Medium"/>
                <a:cs typeface="Inter Medium"/>
                <a:sym typeface="Inter Medium"/>
              </a:rPr>
              <a:t>Cost per post engagement</a:t>
            </a:r>
            <a:endParaRPr sz="756">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ct val="145587"/>
              <a:buFont typeface="Arial"/>
              <a:buNone/>
            </a:pPr>
            <a:r>
              <a:rPr lang="en" sz="756">
                <a:solidFill>
                  <a:srgbClr val="757575"/>
                </a:solidFill>
                <a:latin typeface="Inter Medium"/>
                <a:ea typeface="Inter Medium"/>
                <a:cs typeface="Inter Medium"/>
                <a:sym typeface="Inter Medium"/>
              </a:rPr>
              <a:t>Facebook ads:  </a:t>
            </a:r>
            <a:r>
              <a:rPr lang="en" sz="756">
                <a:solidFill>
                  <a:srgbClr val="8E37F5"/>
                </a:solidFill>
                <a:latin typeface="Inter Medium"/>
                <a:ea typeface="Inter Medium"/>
                <a:cs typeface="Inter Medium"/>
                <a:sym typeface="Inter Medium"/>
              </a:rPr>
              <a:t>0.05 - 0.20€</a:t>
            </a:r>
            <a:endParaRPr sz="756">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ct val="145587"/>
              <a:buFont typeface="Arial"/>
              <a:buNone/>
            </a:pPr>
            <a:r>
              <a:rPr lang="en" sz="756">
                <a:solidFill>
                  <a:srgbClr val="757575"/>
                </a:solidFill>
                <a:latin typeface="Inter Medium"/>
                <a:ea typeface="Inter Medium"/>
                <a:cs typeface="Inter Medium"/>
                <a:sym typeface="Inter Medium"/>
              </a:rPr>
              <a:t>Twitter:</a:t>
            </a:r>
            <a:r>
              <a:rPr lang="en" sz="756">
                <a:solidFill>
                  <a:srgbClr val="8E37F5"/>
                </a:solidFill>
                <a:latin typeface="Inter Medium"/>
                <a:ea typeface="Inter Medium"/>
                <a:cs typeface="Inter Medium"/>
                <a:sym typeface="Inter Medium"/>
              </a:rPr>
              <a:t>  0.30 - 1.5€</a:t>
            </a:r>
            <a:endParaRPr sz="756">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756">
                <a:solidFill>
                  <a:srgbClr val="757575"/>
                </a:solidFill>
                <a:latin typeface="Inter Medium"/>
                <a:ea typeface="Inter Medium"/>
                <a:cs typeface="Inter Medium"/>
                <a:sym typeface="Inter Medium"/>
              </a:rPr>
              <a:t>Linkedin:</a:t>
            </a:r>
            <a:r>
              <a:rPr lang="en" sz="756">
                <a:solidFill>
                  <a:srgbClr val="8E37F5"/>
                </a:solidFill>
                <a:latin typeface="Inter Medium"/>
                <a:ea typeface="Inter Medium"/>
                <a:cs typeface="Inter Medium"/>
                <a:sym typeface="Inter Medium"/>
              </a:rPr>
              <a:t>  1 - 5€.</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ct val="91667"/>
              <a:buFont typeface="Arial"/>
              <a:buNone/>
            </a:pPr>
            <a:r>
              <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ct val="91667"/>
              <a:buFont typeface="Arial"/>
              <a:buNone/>
            </a:pPr>
            <a:r>
              <a:t/>
            </a:r>
            <a:endParaRPr sz="1200">
              <a:solidFill>
                <a:srgbClr val="8E37F5"/>
              </a:solidFill>
              <a:latin typeface="Inter Medium"/>
              <a:ea typeface="Inter Medium"/>
              <a:cs typeface="Inter Medium"/>
              <a:sym typeface="Inter Medium"/>
            </a:endParaRPr>
          </a:p>
        </p:txBody>
      </p:sp>
      <p:pic>
        <p:nvPicPr>
          <p:cNvPr id="177" name="Google Shape;177;p25"/>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78" name="Google Shape;178;p25"/>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CPI, CPE, CPC</a:t>
            </a:r>
            <a:endParaRPr sz="2000">
              <a:solidFill>
                <a:srgbClr val="1E1E1E"/>
              </a:solidFill>
              <a:latin typeface="Inter"/>
              <a:ea typeface="Inter"/>
              <a:cs typeface="Inter"/>
              <a:sym typeface="Inter"/>
            </a:endParaRPr>
          </a:p>
        </p:txBody>
      </p:sp>
      <p:sp>
        <p:nvSpPr>
          <p:cNvPr id="179" name="Google Shape;179;p25"/>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“Average cost per 1k impressions, post engagement and product click”</a:t>
            </a:r>
            <a:endParaRPr i="1" sz="1000">
              <a:solidFill>
                <a:srgbClr val="777777"/>
              </a:solidFill>
              <a:latin typeface="Inter"/>
              <a:ea typeface="Inter"/>
              <a:cs typeface="Inter"/>
              <a:sym typeface="Inter"/>
            </a:endParaRPr>
          </a:p>
        </p:txBody>
      </p:sp>
      <p:sp>
        <p:nvSpPr>
          <p:cNvPr id="180" name="Google Shape;180;p25"/>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 name="Google Shape;181;p25"/>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182" name="Google Shape;182;p25"/>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8</a:t>
            </a:r>
            <a:endParaRPr b="1" sz="600">
              <a:solidFill>
                <a:srgbClr val="8942F0"/>
              </a:solidFill>
              <a:latin typeface="Inter"/>
              <a:ea typeface="Inter"/>
              <a:cs typeface="Inter"/>
              <a:sym typeface="Inter"/>
            </a:endParaRPr>
          </a:p>
        </p:txBody>
      </p:sp>
      <p:sp>
        <p:nvSpPr>
          <p:cNvPr id="183" name="Google Shape;183;p25"/>
          <p:cNvSpPr txBox="1"/>
          <p:nvPr/>
        </p:nvSpPr>
        <p:spPr>
          <a:xfrm>
            <a:off x="393700" y="4677300"/>
            <a:ext cx="870600" cy="286200"/>
          </a:xfrm>
          <a:prstGeom prst="rect">
            <a:avLst/>
          </a:prstGeom>
          <a:noFill/>
          <a:ln cap="flat" cmpd="sng" w="9525">
            <a:solidFill>
              <a:srgbClr val="7455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600">
                <a:solidFill>
                  <a:srgbClr val="757575"/>
                </a:solidFill>
                <a:latin typeface="Inter"/>
                <a:ea typeface="Inter"/>
                <a:cs typeface="Inter"/>
                <a:sym typeface="Inter"/>
              </a:rPr>
              <a:t>Important note</a:t>
            </a:r>
            <a:endParaRPr b="1" sz="600">
              <a:solidFill>
                <a:srgbClr val="757575"/>
              </a:solidFill>
              <a:latin typeface="Inter"/>
              <a:ea typeface="Inter"/>
              <a:cs typeface="Inter"/>
              <a:sym typeface="Inter"/>
            </a:endParaRPr>
          </a:p>
        </p:txBody>
      </p:sp>
      <p:sp>
        <p:nvSpPr>
          <p:cNvPr id="184" name="Google Shape;184;p25"/>
          <p:cNvSpPr txBox="1"/>
          <p:nvPr/>
        </p:nvSpPr>
        <p:spPr>
          <a:xfrm>
            <a:off x="1366677" y="4677300"/>
            <a:ext cx="3923100" cy="286200"/>
          </a:xfrm>
          <a:prstGeom prst="rect">
            <a:avLst/>
          </a:prstGeom>
          <a:noFill/>
          <a:ln cap="flat" cmpd="sng" w="9525">
            <a:solidFill>
              <a:srgbClr val="7F3DF3"/>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500">
                <a:solidFill>
                  <a:schemeClr val="dk2"/>
                </a:solidFill>
                <a:latin typeface="Inter"/>
                <a:ea typeface="Inter"/>
                <a:cs typeface="Inter"/>
                <a:sym typeface="Inter"/>
              </a:rPr>
              <a:t>1 . Benchmarks do not account for the user journey, meaning they do not reflect how close </a:t>
            </a:r>
            <a:endParaRPr i="1" sz="500">
              <a:solidFill>
                <a:schemeClr val="dk2"/>
              </a:solidFill>
              <a:latin typeface="Inter"/>
              <a:ea typeface="Inter"/>
              <a:cs typeface="Inter"/>
              <a:sym typeface="Inter"/>
            </a:endParaRPr>
          </a:p>
          <a:p>
            <a:pPr indent="0" lvl="0" marL="0" rtl="0" algn="l">
              <a:spcBef>
                <a:spcPts val="0"/>
              </a:spcBef>
              <a:spcAft>
                <a:spcPts val="0"/>
              </a:spcAft>
              <a:buNone/>
            </a:pPr>
            <a:r>
              <a:rPr i="1" lang="en" sz="500">
                <a:solidFill>
                  <a:schemeClr val="dk2"/>
                </a:solidFill>
                <a:latin typeface="Inter"/>
                <a:ea typeface="Inter"/>
                <a:cs typeface="Inter"/>
                <a:sym typeface="Inter"/>
              </a:rPr>
              <a:t>users are to making a purchase. 2 . Proxy benchmarks were gathered by online research and artificial intelligence refinements.</a:t>
            </a:r>
            <a:r>
              <a:rPr i="1" lang="en" sz="600">
                <a:solidFill>
                  <a:schemeClr val="dk2"/>
                </a:solidFill>
                <a:latin typeface="Inter"/>
                <a:ea typeface="Inter"/>
                <a:cs typeface="Inter"/>
                <a:sym typeface="Inter"/>
              </a:rPr>
              <a:t> </a:t>
            </a:r>
            <a:endParaRPr sz="600">
              <a:solidFill>
                <a:schemeClr val="dk2"/>
              </a:solidFill>
              <a:latin typeface="Inter"/>
              <a:ea typeface="Inter"/>
              <a:cs typeface="Inter"/>
              <a:sym typeface="Inter"/>
            </a:endParaRPr>
          </a:p>
        </p:txBody>
      </p:sp>
      <p:sp>
        <p:nvSpPr>
          <p:cNvPr id="185" name="Google Shape;185;p25"/>
          <p:cNvSpPr txBox="1"/>
          <p:nvPr>
            <p:ph type="ctrTitle"/>
          </p:nvPr>
        </p:nvSpPr>
        <p:spPr>
          <a:xfrm>
            <a:off x="7700858" y="3219054"/>
            <a:ext cx="1237500" cy="1261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lang="en" sz="680">
                <a:solidFill>
                  <a:srgbClr val="8E37F5"/>
                </a:solidFill>
                <a:latin typeface="Inter Medium"/>
                <a:ea typeface="Inter Medium"/>
                <a:cs typeface="Inter Medium"/>
                <a:sym typeface="Inter Medium"/>
              </a:rPr>
              <a:t>Cost per click</a:t>
            </a:r>
            <a:endParaRPr sz="68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SzPts val="990"/>
              <a:buNone/>
            </a:pPr>
            <a:r>
              <a:rPr lang="en" sz="680">
                <a:solidFill>
                  <a:srgbClr val="757575"/>
                </a:solidFill>
                <a:latin typeface="Inter Medium"/>
                <a:ea typeface="Inter Medium"/>
                <a:cs typeface="Inter Medium"/>
                <a:sym typeface="Inter Medium"/>
              </a:rPr>
              <a:t>FB / IG ads:  </a:t>
            </a:r>
            <a:r>
              <a:rPr lang="en" sz="680">
                <a:solidFill>
                  <a:srgbClr val="8E37F5"/>
                </a:solidFill>
                <a:latin typeface="Inter Medium"/>
                <a:ea typeface="Inter Medium"/>
                <a:cs typeface="Inter Medium"/>
                <a:sym typeface="Inter Medium"/>
              </a:rPr>
              <a:t>0.20 - 1.50€</a:t>
            </a:r>
            <a:endParaRPr sz="68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SzPts val="990"/>
              <a:buNone/>
            </a:pPr>
            <a:r>
              <a:rPr lang="en" sz="680">
                <a:solidFill>
                  <a:srgbClr val="757575"/>
                </a:solidFill>
                <a:latin typeface="Inter Medium"/>
                <a:ea typeface="Inter Medium"/>
                <a:cs typeface="Inter Medium"/>
                <a:sym typeface="Inter Medium"/>
              </a:rPr>
              <a:t>Google search: </a:t>
            </a:r>
            <a:r>
              <a:rPr lang="en" sz="680">
                <a:solidFill>
                  <a:srgbClr val="8E37F5"/>
                </a:solidFill>
                <a:latin typeface="Inter Medium"/>
                <a:ea typeface="Inter Medium"/>
                <a:cs typeface="Inter Medium"/>
                <a:sym typeface="Inter Medium"/>
              </a:rPr>
              <a:t>1 - 3€</a:t>
            </a:r>
            <a:endParaRPr sz="68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SzPts val="990"/>
              <a:buNone/>
            </a:pPr>
            <a:r>
              <a:rPr lang="en" sz="680">
                <a:solidFill>
                  <a:srgbClr val="757575"/>
                </a:solidFill>
                <a:latin typeface="Inter Medium"/>
                <a:ea typeface="Inter Medium"/>
                <a:cs typeface="Inter Medium"/>
                <a:sym typeface="Inter Medium"/>
              </a:rPr>
              <a:t>Twitter:</a:t>
            </a:r>
            <a:r>
              <a:rPr lang="en" sz="680">
                <a:solidFill>
                  <a:srgbClr val="8E37F5"/>
                </a:solidFill>
                <a:latin typeface="Inter Medium"/>
                <a:ea typeface="Inter Medium"/>
                <a:cs typeface="Inter Medium"/>
                <a:sym typeface="Inter Medium"/>
              </a:rPr>
              <a:t> </a:t>
            </a:r>
            <a:r>
              <a:rPr lang="en" sz="680">
                <a:solidFill>
                  <a:srgbClr val="8E37F5"/>
                </a:solidFill>
                <a:latin typeface="Inter Medium"/>
                <a:ea typeface="Inter Medium"/>
                <a:cs typeface="Inter Medium"/>
                <a:sym typeface="Inter Medium"/>
              </a:rPr>
              <a:t>0.50 - 2€</a:t>
            </a:r>
            <a:endParaRPr sz="68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SzPts val="990"/>
              <a:buNone/>
            </a:pPr>
            <a:r>
              <a:rPr lang="en" sz="680">
                <a:solidFill>
                  <a:srgbClr val="757575"/>
                </a:solidFill>
                <a:latin typeface="Inter Medium"/>
                <a:ea typeface="Inter Medium"/>
                <a:cs typeface="Inter Medium"/>
                <a:sym typeface="Inter Medium"/>
              </a:rPr>
              <a:t>Linkedin:</a:t>
            </a:r>
            <a:r>
              <a:rPr lang="en" sz="680">
                <a:solidFill>
                  <a:srgbClr val="8E37F5"/>
                </a:solidFill>
                <a:latin typeface="Inter Medium"/>
                <a:ea typeface="Inter Medium"/>
                <a:cs typeface="Inter Medium"/>
                <a:sym typeface="Inter Medium"/>
              </a:rPr>
              <a:t> </a:t>
            </a:r>
            <a:r>
              <a:rPr lang="en" sz="680">
                <a:solidFill>
                  <a:srgbClr val="8E37F5"/>
                </a:solidFill>
                <a:latin typeface="Inter Medium"/>
                <a:ea typeface="Inter Medium"/>
                <a:cs typeface="Inter Medium"/>
                <a:sym typeface="Inter Medium"/>
              </a:rPr>
              <a:t>3 - 6€.</a:t>
            </a:r>
            <a:endParaRPr sz="68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SzPts val="990"/>
              <a:buNone/>
            </a:pPr>
            <a:r>
              <a:t/>
            </a:r>
            <a:endParaRPr sz="108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SzPts val="990"/>
              <a:buNone/>
            </a:pPr>
            <a:r>
              <a:t/>
            </a:r>
            <a:endParaRPr sz="108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SzPts val="990"/>
              <a:buNone/>
            </a:pPr>
            <a:r>
              <a:t/>
            </a:r>
            <a:endParaRPr sz="108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SzPts val="990"/>
              <a:buNone/>
            </a:pPr>
            <a:r>
              <a:t/>
            </a:r>
            <a:endParaRPr sz="108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SzPts val="990"/>
              <a:buNone/>
            </a:pPr>
            <a:r>
              <a:t/>
            </a:r>
            <a:endParaRPr sz="108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ts val="990"/>
              <a:buFont typeface="Arial"/>
              <a:buNone/>
            </a:pPr>
            <a:r>
              <a:t/>
            </a:r>
            <a:endParaRPr sz="1080">
              <a:solidFill>
                <a:srgbClr val="8E37F5"/>
              </a:solidFill>
              <a:latin typeface="Inter Medium"/>
              <a:ea typeface="Inter Medium"/>
              <a:cs typeface="Inter Medium"/>
              <a:sym typeface="Inter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6"/>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p26"/>
          <p:cNvSpPr txBox="1"/>
          <p:nvPr>
            <p:ph type="ctrTitle"/>
          </p:nvPr>
        </p:nvSpPr>
        <p:spPr>
          <a:xfrm>
            <a:off x="6115050" y="1954350"/>
            <a:ext cx="30291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797979"/>
                </a:solidFill>
                <a:latin typeface="Inter Medium"/>
                <a:ea typeface="Inter Medium"/>
                <a:cs typeface="Inter Medium"/>
                <a:sym typeface="Inter Medium"/>
              </a:rPr>
              <a:t>On average, your cost per post engagement is </a:t>
            </a:r>
            <a:r>
              <a:rPr lang="en" sz="1200">
                <a:solidFill>
                  <a:srgbClr val="8E37F5"/>
                </a:solidFill>
                <a:latin typeface="Inter Medium"/>
                <a:ea typeface="Inter Medium"/>
                <a:cs typeface="Inter Medium"/>
                <a:sym typeface="Inter Medium"/>
              </a:rPr>
              <a:t>{{AVERAGEPERPOSTENGAGEMENT}}</a:t>
            </a:r>
            <a:r>
              <a:rPr lang="en" sz="1200">
                <a:solidFill>
                  <a:srgbClr val="757575"/>
                </a:solidFill>
                <a:latin typeface="Inter Medium"/>
                <a:ea typeface="Inter Medium"/>
                <a:cs typeface="Inter Medium"/>
                <a:sym typeface="Inter Medium"/>
              </a:rPr>
              <a:t>.</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ts val="1100"/>
              <a:buFont typeface="Arial"/>
              <a:buNone/>
            </a:pPr>
            <a:r>
              <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57575"/>
                </a:solidFill>
                <a:latin typeface="Inter Medium"/>
                <a:ea typeface="Inter Medium"/>
                <a:cs typeface="Inter Medium"/>
                <a:sym typeface="Inter Medium"/>
              </a:rPr>
              <a:t>As a proxy benchmark, here are some average costs:</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57575"/>
                </a:solidFill>
                <a:latin typeface="Inter Medium"/>
                <a:ea typeface="Inter Medium"/>
                <a:cs typeface="Inter Medium"/>
                <a:sym typeface="Inter Medium"/>
              </a:rPr>
              <a:t>Facebook ads: 	</a:t>
            </a:r>
            <a:r>
              <a:rPr lang="en" sz="1200">
                <a:solidFill>
                  <a:srgbClr val="8E37F5"/>
                </a:solidFill>
                <a:latin typeface="Inter Medium"/>
                <a:ea typeface="Inter Medium"/>
                <a:cs typeface="Inter Medium"/>
                <a:sym typeface="Inter Medium"/>
              </a:rPr>
              <a:t>0.05 - 0.20€</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57575"/>
                </a:solidFill>
                <a:latin typeface="Inter Medium"/>
                <a:ea typeface="Inter Medium"/>
                <a:cs typeface="Inter Medium"/>
                <a:sym typeface="Inter Medium"/>
              </a:rPr>
              <a:t>Twitter:</a:t>
            </a:r>
            <a:r>
              <a:rPr lang="en" sz="1200">
                <a:solidFill>
                  <a:srgbClr val="8E37F5"/>
                </a:solidFill>
                <a:latin typeface="Inter Medium"/>
                <a:ea typeface="Inter Medium"/>
                <a:cs typeface="Inter Medium"/>
                <a:sym typeface="Inter Medium"/>
              </a:rPr>
              <a:t> 		0.30 - 1.5€</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ts val="1100"/>
              <a:buFont typeface="Arial"/>
              <a:buNone/>
            </a:pPr>
            <a:r>
              <a:rPr lang="en" sz="1200">
                <a:solidFill>
                  <a:srgbClr val="757575"/>
                </a:solidFill>
                <a:latin typeface="Inter Medium"/>
                <a:ea typeface="Inter Medium"/>
                <a:cs typeface="Inter Medium"/>
                <a:sym typeface="Inter Medium"/>
              </a:rPr>
              <a:t>Linkedin:</a:t>
            </a:r>
            <a:r>
              <a:rPr lang="en" sz="1200">
                <a:solidFill>
                  <a:srgbClr val="8E37F5"/>
                </a:solidFill>
                <a:latin typeface="Inter Medium"/>
                <a:ea typeface="Inter Medium"/>
                <a:cs typeface="Inter Medium"/>
                <a:sym typeface="Inter Medium"/>
              </a:rPr>
              <a:t> 		1 - 5€.</a:t>
            </a:r>
            <a:endParaRPr sz="1200">
              <a:solidFill>
                <a:srgbClr val="757575"/>
              </a:solidFill>
              <a:latin typeface="Inter Medium"/>
              <a:ea typeface="Inter Medium"/>
              <a:cs typeface="Inter Medium"/>
              <a:sym typeface="Inter Medium"/>
            </a:endParaRPr>
          </a:p>
        </p:txBody>
      </p:sp>
      <p:pic>
        <p:nvPicPr>
          <p:cNvPr id="192" name="Google Shape;192;p26"/>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93" name="Google Shape;193;p26"/>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Cost per post engagement</a:t>
            </a:r>
            <a:endParaRPr sz="2000">
              <a:solidFill>
                <a:srgbClr val="1E1E1E"/>
              </a:solidFill>
              <a:latin typeface="Inter"/>
              <a:ea typeface="Inter"/>
              <a:cs typeface="Inter"/>
              <a:sym typeface="Inter"/>
            </a:endParaRPr>
          </a:p>
        </p:txBody>
      </p:sp>
      <p:sp>
        <p:nvSpPr>
          <p:cNvPr id="194" name="Google Shape;194;p26"/>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“Month invoice / post engagements”</a:t>
            </a:r>
            <a:endParaRPr i="1" sz="1000">
              <a:solidFill>
                <a:srgbClr val="777777"/>
              </a:solidFill>
              <a:latin typeface="Inter"/>
              <a:ea typeface="Inter"/>
              <a:cs typeface="Inter"/>
              <a:sym typeface="Inter"/>
            </a:endParaRPr>
          </a:p>
        </p:txBody>
      </p:sp>
      <p:sp>
        <p:nvSpPr>
          <p:cNvPr id="195" name="Google Shape;195;p26"/>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 name="Google Shape;196;p26"/>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197" name="Google Shape;197;p26"/>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10</a:t>
            </a:r>
            <a:endParaRPr b="1" sz="600">
              <a:solidFill>
                <a:srgbClr val="8942F0"/>
              </a:solidFill>
              <a:latin typeface="Inter"/>
              <a:ea typeface="Inter"/>
              <a:cs typeface="Inter"/>
              <a:sym typeface="Inter"/>
            </a:endParaRPr>
          </a:p>
        </p:txBody>
      </p:sp>
      <p:sp>
        <p:nvSpPr>
          <p:cNvPr id="198" name="Google Shape;198;p26"/>
          <p:cNvSpPr txBox="1"/>
          <p:nvPr/>
        </p:nvSpPr>
        <p:spPr>
          <a:xfrm>
            <a:off x="393700" y="4677300"/>
            <a:ext cx="870600" cy="286200"/>
          </a:xfrm>
          <a:prstGeom prst="rect">
            <a:avLst/>
          </a:prstGeom>
          <a:noFill/>
          <a:ln cap="flat" cmpd="sng" w="9525">
            <a:solidFill>
              <a:srgbClr val="7455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600">
                <a:solidFill>
                  <a:srgbClr val="757575"/>
                </a:solidFill>
                <a:latin typeface="Inter"/>
                <a:ea typeface="Inter"/>
                <a:cs typeface="Inter"/>
                <a:sym typeface="Inter"/>
              </a:rPr>
              <a:t>Important note</a:t>
            </a:r>
            <a:endParaRPr b="1" sz="600">
              <a:solidFill>
                <a:srgbClr val="757575"/>
              </a:solidFill>
              <a:latin typeface="Inter"/>
              <a:ea typeface="Inter"/>
              <a:cs typeface="Inter"/>
              <a:sym typeface="Inter"/>
            </a:endParaRPr>
          </a:p>
        </p:txBody>
      </p:sp>
      <p:sp>
        <p:nvSpPr>
          <p:cNvPr id="199" name="Google Shape;199;p26"/>
          <p:cNvSpPr txBox="1"/>
          <p:nvPr/>
        </p:nvSpPr>
        <p:spPr>
          <a:xfrm>
            <a:off x="1366677" y="4677300"/>
            <a:ext cx="3923100" cy="286200"/>
          </a:xfrm>
          <a:prstGeom prst="rect">
            <a:avLst/>
          </a:prstGeom>
          <a:noFill/>
          <a:ln cap="flat" cmpd="sng" w="9525">
            <a:solidFill>
              <a:srgbClr val="7F3DF3"/>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500">
                <a:solidFill>
                  <a:schemeClr val="dk2"/>
                </a:solidFill>
                <a:latin typeface="Inter"/>
                <a:ea typeface="Inter"/>
                <a:cs typeface="Inter"/>
                <a:sym typeface="Inter"/>
              </a:rPr>
              <a:t>1 . Benchmarks do not account for the user journey, meaning they do not reflect how close </a:t>
            </a:r>
            <a:endParaRPr i="1" sz="500">
              <a:solidFill>
                <a:schemeClr val="dk2"/>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i="1" lang="en" sz="500">
                <a:solidFill>
                  <a:schemeClr val="dk2"/>
                </a:solidFill>
                <a:latin typeface="Inter"/>
                <a:ea typeface="Inter"/>
                <a:cs typeface="Inter"/>
                <a:sym typeface="Inter"/>
              </a:rPr>
              <a:t>users are to making a purchase. 2 . Proxy benchmarks were gathered by online research and artificial intelligence refinements.</a:t>
            </a:r>
            <a:endParaRPr i="1" sz="600">
              <a:solidFill>
                <a:schemeClr val="dk2"/>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7"/>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 name="Google Shape;205;p27"/>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On average, your cost per click is </a:t>
            </a:r>
            <a:r>
              <a:rPr lang="en" sz="1200">
                <a:solidFill>
                  <a:srgbClr val="8E37F5"/>
                </a:solidFill>
                <a:latin typeface="Inter Medium"/>
                <a:ea typeface="Inter Medium"/>
                <a:cs typeface="Inter Medium"/>
                <a:sym typeface="Inter Medium"/>
              </a:rPr>
              <a:t>€{{AVERAGECOSTPERCLICK}}</a:t>
            </a:r>
            <a:r>
              <a:rPr lang="en" sz="1200">
                <a:solidFill>
                  <a:srgbClr val="757575"/>
                </a:solidFill>
                <a:latin typeface="Inter Medium"/>
                <a:ea typeface="Inter Medium"/>
                <a:cs typeface="Inter Medium"/>
                <a:sym typeface="Inter Medium"/>
              </a:rPr>
              <a:t>.</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57575"/>
                </a:solidFill>
                <a:latin typeface="Inter Medium"/>
                <a:ea typeface="Inter Medium"/>
                <a:cs typeface="Inter Medium"/>
                <a:sym typeface="Inter Medium"/>
              </a:rPr>
              <a:t>As a proxy benchmark, here are some average costs:</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57575"/>
                </a:solidFill>
                <a:latin typeface="Inter Medium"/>
                <a:ea typeface="Inter Medium"/>
                <a:cs typeface="Inter Medium"/>
                <a:sym typeface="Inter Medium"/>
              </a:rPr>
              <a:t>FB / IG ads: 		</a:t>
            </a:r>
            <a:r>
              <a:rPr lang="en" sz="1200">
                <a:solidFill>
                  <a:srgbClr val="8E37F5"/>
                </a:solidFill>
                <a:latin typeface="Inter Medium"/>
                <a:ea typeface="Inter Medium"/>
                <a:cs typeface="Inter Medium"/>
                <a:sym typeface="Inter Medium"/>
              </a:rPr>
              <a:t>0.20 - 1.50€</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57575"/>
                </a:solidFill>
                <a:latin typeface="Inter Medium"/>
                <a:ea typeface="Inter Medium"/>
                <a:cs typeface="Inter Medium"/>
                <a:sym typeface="Inter Medium"/>
              </a:rPr>
              <a:t>Google search:	</a:t>
            </a:r>
            <a:r>
              <a:rPr lang="en" sz="1200">
                <a:solidFill>
                  <a:srgbClr val="8E37F5"/>
                </a:solidFill>
                <a:latin typeface="Inter Medium"/>
                <a:ea typeface="Inter Medium"/>
                <a:cs typeface="Inter Medium"/>
                <a:sym typeface="Inter Medium"/>
              </a:rPr>
              <a:t>1 - 3€</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57575"/>
                </a:solidFill>
                <a:latin typeface="Inter Medium"/>
                <a:ea typeface="Inter Medium"/>
                <a:cs typeface="Inter Medium"/>
                <a:sym typeface="Inter Medium"/>
              </a:rPr>
              <a:t>Twitter:</a:t>
            </a:r>
            <a:r>
              <a:rPr lang="en" sz="1200">
                <a:solidFill>
                  <a:srgbClr val="8E37F5"/>
                </a:solidFill>
                <a:latin typeface="Inter Medium"/>
                <a:ea typeface="Inter Medium"/>
                <a:cs typeface="Inter Medium"/>
                <a:sym typeface="Inter Medium"/>
              </a:rPr>
              <a:t> 		0.50 - 2€</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ts val="1100"/>
              <a:buFont typeface="Arial"/>
              <a:buNone/>
            </a:pPr>
            <a:r>
              <a:rPr lang="en" sz="1200">
                <a:solidFill>
                  <a:srgbClr val="757575"/>
                </a:solidFill>
                <a:latin typeface="Inter Medium"/>
                <a:ea typeface="Inter Medium"/>
                <a:cs typeface="Inter Medium"/>
                <a:sym typeface="Inter Medium"/>
              </a:rPr>
              <a:t>Linkedin:</a:t>
            </a:r>
            <a:r>
              <a:rPr lang="en" sz="1200">
                <a:solidFill>
                  <a:srgbClr val="8E37F5"/>
                </a:solidFill>
                <a:latin typeface="Inter Medium"/>
                <a:ea typeface="Inter Medium"/>
                <a:cs typeface="Inter Medium"/>
                <a:sym typeface="Inter Medium"/>
              </a:rPr>
              <a:t> 		3 - 6€.</a:t>
            </a:r>
            <a:endParaRPr sz="1200">
              <a:solidFill>
                <a:srgbClr val="797979"/>
              </a:solidFill>
              <a:latin typeface="Inter Medium"/>
              <a:ea typeface="Inter Medium"/>
              <a:cs typeface="Inter Medium"/>
              <a:sym typeface="Inter Medium"/>
            </a:endParaRPr>
          </a:p>
        </p:txBody>
      </p:sp>
      <p:pic>
        <p:nvPicPr>
          <p:cNvPr id="206" name="Google Shape;206;p27"/>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07" name="Google Shape;207;p27"/>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Cost per click</a:t>
            </a:r>
            <a:endParaRPr sz="2000">
              <a:solidFill>
                <a:srgbClr val="1E1E1E"/>
              </a:solidFill>
              <a:latin typeface="Inter"/>
              <a:ea typeface="Inter"/>
              <a:cs typeface="Inter"/>
              <a:sym typeface="Inter"/>
            </a:endParaRPr>
          </a:p>
        </p:txBody>
      </p:sp>
      <p:sp>
        <p:nvSpPr>
          <p:cNvPr id="208" name="Google Shape;208;p27"/>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“Month invoice / product clicks”</a:t>
            </a:r>
            <a:endParaRPr i="1" sz="1000">
              <a:solidFill>
                <a:srgbClr val="777777"/>
              </a:solidFill>
              <a:latin typeface="Inter"/>
              <a:ea typeface="Inter"/>
              <a:cs typeface="Inter"/>
              <a:sym typeface="Inter"/>
            </a:endParaRPr>
          </a:p>
        </p:txBody>
      </p:sp>
      <p:sp>
        <p:nvSpPr>
          <p:cNvPr id="209" name="Google Shape;209;p27"/>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27"/>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211" name="Google Shape;211;p27"/>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11</a:t>
            </a:r>
            <a:endParaRPr b="1" sz="600">
              <a:solidFill>
                <a:srgbClr val="8942F0"/>
              </a:solidFill>
              <a:latin typeface="Inter"/>
              <a:ea typeface="Inter"/>
              <a:cs typeface="Inter"/>
              <a:sym typeface="Inter"/>
            </a:endParaRPr>
          </a:p>
        </p:txBody>
      </p:sp>
      <p:sp>
        <p:nvSpPr>
          <p:cNvPr id="212" name="Google Shape;212;p27"/>
          <p:cNvSpPr txBox="1"/>
          <p:nvPr/>
        </p:nvSpPr>
        <p:spPr>
          <a:xfrm>
            <a:off x="393700" y="4677300"/>
            <a:ext cx="870600" cy="286200"/>
          </a:xfrm>
          <a:prstGeom prst="rect">
            <a:avLst/>
          </a:prstGeom>
          <a:noFill/>
          <a:ln cap="flat" cmpd="sng" w="9525">
            <a:solidFill>
              <a:srgbClr val="7455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600">
                <a:solidFill>
                  <a:srgbClr val="757575"/>
                </a:solidFill>
                <a:latin typeface="Inter"/>
                <a:ea typeface="Inter"/>
                <a:cs typeface="Inter"/>
                <a:sym typeface="Inter"/>
              </a:rPr>
              <a:t>Important note</a:t>
            </a:r>
            <a:endParaRPr b="1" sz="600">
              <a:solidFill>
                <a:srgbClr val="757575"/>
              </a:solidFill>
              <a:latin typeface="Inter"/>
              <a:ea typeface="Inter"/>
              <a:cs typeface="Inter"/>
              <a:sym typeface="Inter"/>
            </a:endParaRPr>
          </a:p>
        </p:txBody>
      </p:sp>
      <p:sp>
        <p:nvSpPr>
          <p:cNvPr id="213" name="Google Shape;213;p27"/>
          <p:cNvSpPr txBox="1"/>
          <p:nvPr/>
        </p:nvSpPr>
        <p:spPr>
          <a:xfrm>
            <a:off x="1366677" y="4677300"/>
            <a:ext cx="3923100" cy="286200"/>
          </a:xfrm>
          <a:prstGeom prst="rect">
            <a:avLst/>
          </a:prstGeom>
          <a:noFill/>
          <a:ln cap="flat" cmpd="sng" w="9525">
            <a:solidFill>
              <a:srgbClr val="7F3DF3"/>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500">
                <a:solidFill>
                  <a:schemeClr val="dk2"/>
                </a:solidFill>
                <a:latin typeface="Inter"/>
                <a:ea typeface="Inter"/>
                <a:cs typeface="Inter"/>
                <a:sym typeface="Inter"/>
              </a:rPr>
              <a:t>1 . Benchmarks do not account for the user journey, meaning they do not reflect how close </a:t>
            </a:r>
            <a:endParaRPr i="1" sz="500">
              <a:solidFill>
                <a:schemeClr val="dk2"/>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i="1" lang="en" sz="500">
                <a:solidFill>
                  <a:schemeClr val="dk2"/>
                </a:solidFill>
                <a:latin typeface="Inter"/>
                <a:ea typeface="Inter"/>
                <a:cs typeface="Inter"/>
                <a:sym typeface="Inter"/>
              </a:rPr>
              <a:t>users are to making a purchase. 2 . Proxy benchmarks were gathered by online research and artificial intelligence refinements.</a:t>
            </a:r>
            <a:endParaRPr i="1" sz="600">
              <a:solidFill>
                <a:schemeClr val="dk2"/>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9" name="Google Shape;219;p28"/>
          <p:cNvSpPr txBox="1"/>
          <p:nvPr>
            <p:ph type="ctrTitle"/>
          </p:nvPr>
        </p:nvSpPr>
        <p:spPr>
          <a:xfrm>
            <a:off x="5957850" y="1694900"/>
            <a:ext cx="3186300" cy="27573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A common metric for digital marketing is ROAS (Return on Ad Spend). The Flowbox model allows you to compare the return per euro invested based on three possible attribution percentages: </a:t>
            </a:r>
            <a:r>
              <a:rPr lang="en" sz="1200">
                <a:solidFill>
                  <a:srgbClr val="8E37F5"/>
                </a:solidFill>
                <a:latin typeface="Inter Medium"/>
                <a:ea typeface="Inter Medium"/>
                <a:cs typeface="Inter Medium"/>
                <a:sym typeface="Inter Medium"/>
              </a:rPr>
              <a:t>3%, 5%, or 7%</a:t>
            </a:r>
            <a:r>
              <a:rPr lang="en" sz="1200">
                <a:solidFill>
                  <a:srgbClr val="797979"/>
                </a:solidFill>
                <a:latin typeface="Inter Medium"/>
                <a:ea typeface="Inter Medium"/>
                <a:cs typeface="Inter Medium"/>
                <a:sym typeface="Inter Medium"/>
              </a:rPr>
              <a:t>, which are considered standard for online campaigns.</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Your averages are as follows: </a:t>
            </a:r>
            <a:r>
              <a:rPr lang="en" sz="1200">
                <a:solidFill>
                  <a:srgbClr val="8E37F5"/>
                </a:solidFill>
                <a:latin typeface="Inter Medium"/>
                <a:ea typeface="Inter Medium"/>
                <a:cs typeface="Inter Medium"/>
                <a:sym typeface="Inter Medium"/>
              </a:rPr>
              <a:t> </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3% attribution of assisted sales:</a:t>
            </a:r>
            <a:r>
              <a:rPr lang="en" sz="1200">
                <a:solidFill>
                  <a:srgbClr val="8E37F5"/>
                </a:solidFill>
                <a:latin typeface="Inter Medium"/>
                <a:ea typeface="Inter Medium"/>
                <a:cs typeface="Inter Medium"/>
                <a:sym typeface="Inter Medium"/>
              </a:rPr>
              <a:t>{{3%ATTRIBUTIONOFASSISTEDSALES}}€</a:t>
            </a:r>
            <a:r>
              <a:rPr lang="en" sz="1200">
                <a:solidFill>
                  <a:srgbClr val="797979"/>
                </a:solidFill>
                <a:latin typeface="Inter Medium"/>
                <a:ea typeface="Inter Medium"/>
                <a:cs typeface="Inter Medium"/>
                <a:sym typeface="Inter Medium"/>
              </a:rPr>
              <a:t>  </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5</a:t>
            </a:r>
            <a:r>
              <a:rPr lang="en" sz="1200">
                <a:solidFill>
                  <a:srgbClr val="797979"/>
                </a:solidFill>
                <a:latin typeface="Inter Medium"/>
                <a:ea typeface="Inter Medium"/>
                <a:cs typeface="Inter Medium"/>
                <a:sym typeface="Inter Medium"/>
              </a:rPr>
              <a:t>% attribution of assisted sales:</a:t>
            </a:r>
            <a:r>
              <a:rPr lang="en" sz="1200">
                <a:solidFill>
                  <a:srgbClr val="8E37F5"/>
                </a:solidFill>
                <a:latin typeface="Inter Medium"/>
                <a:ea typeface="Inter Medium"/>
                <a:cs typeface="Inter Medium"/>
                <a:sym typeface="Inter Medium"/>
              </a:rPr>
              <a:t>{{5%ATTRIBUTIONOFASSISTEDSALES}}€</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ct val="91667"/>
              <a:buFont typeface="Arial"/>
              <a:buNone/>
            </a:pPr>
            <a:r>
              <a:rPr lang="en" sz="1200">
                <a:solidFill>
                  <a:srgbClr val="797979"/>
                </a:solidFill>
                <a:latin typeface="Inter Medium"/>
                <a:ea typeface="Inter Medium"/>
                <a:cs typeface="Inter Medium"/>
                <a:sym typeface="Inter Medium"/>
              </a:rPr>
              <a:t>7% attribution of assisted sales: </a:t>
            </a:r>
            <a:r>
              <a:rPr lang="en" sz="1200">
                <a:solidFill>
                  <a:srgbClr val="8E37F5"/>
                </a:solidFill>
                <a:latin typeface="Inter Medium"/>
                <a:ea typeface="Inter Medium"/>
                <a:cs typeface="Inter Medium"/>
                <a:sym typeface="Inter Medium"/>
              </a:rPr>
              <a:t>{{10%ATTRIBUTIONOFASSISTEDSALES}}€</a:t>
            </a:r>
            <a:endParaRPr b="1" sz="1200">
              <a:solidFill>
                <a:srgbClr val="8E37F5"/>
              </a:solidFill>
              <a:latin typeface="Inter"/>
              <a:ea typeface="Inter"/>
              <a:cs typeface="Inter"/>
              <a:sym typeface="Inter"/>
            </a:endParaRPr>
          </a:p>
        </p:txBody>
      </p:sp>
      <p:pic>
        <p:nvPicPr>
          <p:cNvPr id="220" name="Google Shape;220;p28"/>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21" name="Google Shape;221;p28"/>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ROI</a:t>
            </a:r>
            <a:endParaRPr sz="2000">
              <a:solidFill>
                <a:srgbClr val="1E1E1E"/>
              </a:solidFill>
              <a:latin typeface="Inter"/>
              <a:ea typeface="Inter"/>
              <a:cs typeface="Inter"/>
              <a:sym typeface="Inter"/>
            </a:endParaRPr>
          </a:p>
        </p:txBody>
      </p:sp>
      <p:sp>
        <p:nvSpPr>
          <p:cNvPr id="222" name="Google Shape;222;p28"/>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“Total assisted sales x attribution model (%) / Month invoice”</a:t>
            </a:r>
            <a:endParaRPr i="1" sz="1000">
              <a:solidFill>
                <a:srgbClr val="777777"/>
              </a:solidFill>
              <a:latin typeface="Inter"/>
              <a:ea typeface="Inter"/>
              <a:cs typeface="Inter"/>
              <a:sym typeface="Inter"/>
            </a:endParaRPr>
          </a:p>
        </p:txBody>
      </p:sp>
      <p:sp>
        <p:nvSpPr>
          <p:cNvPr id="223" name="Google Shape;223;p28"/>
          <p:cNvSpPr/>
          <p:nvPr/>
        </p:nvSpPr>
        <p:spPr>
          <a:xfrm>
            <a:off x="5957775" y="325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4" name="Google Shape;224;p28"/>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225" name="Google Shape;225;p28"/>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12</a:t>
            </a:r>
            <a:endParaRPr b="1" sz="600">
              <a:solidFill>
                <a:srgbClr val="8942F0"/>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9"/>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1" name="Google Shape;231;p29"/>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797979"/>
                </a:solidFill>
                <a:latin typeface="Inter Medium"/>
                <a:ea typeface="Inter Medium"/>
                <a:cs typeface="Inter Medium"/>
                <a:sym typeface="Inter Medium"/>
              </a:rPr>
              <a:t>On average, your order value </a:t>
            </a:r>
            <a:r>
              <a:rPr lang="en" sz="1200">
                <a:solidFill>
                  <a:srgbClr val="797979"/>
                </a:solidFill>
                <a:latin typeface="Inter Medium"/>
                <a:ea typeface="Inter Medium"/>
                <a:cs typeface="Inter Medium"/>
                <a:sym typeface="Inter Medium"/>
              </a:rPr>
              <a:t>uplift</a:t>
            </a:r>
            <a:r>
              <a:rPr lang="en" sz="1200">
                <a:solidFill>
                  <a:srgbClr val="797979"/>
                </a:solidFill>
                <a:latin typeface="Inter Medium"/>
                <a:ea typeface="Inter Medium"/>
                <a:cs typeface="Inter Medium"/>
                <a:sym typeface="Inter Medium"/>
              </a:rPr>
              <a:t> is </a:t>
            </a:r>
            <a:r>
              <a:rPr lang="en" sz="1200">
                <a:solidFill>
                  <a:srgbClr val="8E37F5"/>
                </a:solidFill>
                <a:latin typeface="Inter Medium"/>
                <a:ea typeface="Inter Medium"/>
                <a:cs typeface="Inter Medium"/>
                <a:sym typeface="Inter Medium"/>
              </a:rPr>
              <a:t>{{ORDERVALUEUPLIFTAVERAGE}}</a:t>
            </a:r>
            <a:r>
              <a:rPr lang="en" sz="1200">
                <a:solidFill>
                  <a:srgbClr val="8E37F5"/>
                </a:solidFill>
                <a:latin typeface="Inter Medium"/>
                <a:ea typeface="Inter Medium"/>
                <a:cs typeface="Inter Medium"/>
                <a:sym typeface="Inter Medium"/>
              </a:rPr>
              <a:t>% </a:t>
            </a:r>
            <a:r>
              <a:rPr lang="en" sz="1200">
                <a:solidFill>
                  <a:srgbClr val="797979"/>
                </a:solidFill>
                <a:latin typeface="Inter Medium"/>
                <a:ea typeface="Inter Medium"/>
                <a:cs typeface="Inter Medium"/>
                <a:sym typeface="Inter Medium"/>
              </a:rPr>
              <a:t>and order size value uplift is </a:t>
            </a:r>
            <a:r>
              <a:rPr lang="en" sz="1200">
                <a:solidFill>
                  <a:srgbClr val="8E37F5"/>
                </a:solidFill>
                <a:latin typeface="Inter Medium"/>
                <a:ea typeface="Inter Medium"/>
                <a:cs typeface="Inter Medium"/>
                <a:sym typeface="Inter Medium"/>
              </a:rPr>
              <a:t>{{ORDERSIZEVALUEUPLIFT}}%</a:t>
            </a:r>
            <a:r>
              <a:rPr lang="en" sz="1200">
                <a:solidFill>
                  <a:srgbClr val="757575"/>
                </a:solidFill>
                <a:latin typeface="Inter Medium"/>
                <a:ea typeface="Inter Medium"/>
                <a:cs typeface="Inter Medium"/>
                <a:sym typeface="Inter Medium"/>
              </a:rPr>
              <a:t>.</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ts val="1100"/>
              <a:buFont typeface="Arial"/>
              <a:buNone/>
            </a:pPr>
            <a:r>
              <a:t/>
            </a:r>
            <a:endParaRPr sz="1200">
              <a:solidFill>
                <a:srgbClr val="8E37F5"/>
              </a:solidFill>
              <a:latin typeface="Inter Medium"/>
              <a:ea typeface="Inter Medium"/>
              <a:cs typeface="Inter Medium"/>
              <a:sym typeface="Inter Medium"/>
            </a:endParaRPr>
          </a:p>
        </p:txBody>
      </p:sp>
      <p:pic>
        <p:nvPicPr>
          <p:cNvPr id="232" name="Google Shape;232;p29"/>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33" name="Google Shape;233;p29"/>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Order size and value uplift</a:t>
            </a:r>
            <a:endParaRPr sz="2000">
              <a:solidFill>
                <a:srgbClr val="1E1E1E"/>
              </a:solidFill>
              <a:latin typeface="Inter"/>
              <a:ea typeface="Inter"/>
              <a:cs typeface="Inter"/>
              <a:sym typeface="Inter"/>
            </a:endParaRPr>
          </a:p>
        </p:txBody>
      </p:sp>
      <p:sp>
        <p:nvSpPr>
          <p:cNvPr id="234" name="Google Shape;234;p29"/>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“Assisted x</a:t>
            </a:r>
            <a:r>
              <a:rPr i="1" lang="en" sz="1000">
                <a:solidFill>
                  <a:srgbClr val="777777"/>
                </a:solidFill>
                <a:latin typeface="Inter"/>
                <a:ea typeface="Inter"/>
                <a:cs typeface="Inter"/>
                <a:sym typeface="Inter"/>
              </a:rPr>
              <a:t> unassisted</a:t>
            </a:r>
            <a:r>
              <a:rPr i="1" lang="en" sz="1000">
                <a:solidFill>
                  <a:srgbClr val="777777"/>
                </a:solidFill>
                <a:latin typeface="Inter"/>
                <a:ea typeface="Inter"/>
                <a:cs typeface="Inter"/>
                <a:sym typeface="Inter"/>
              </a:rPr>
              <a:t>”</a:t>
            </a:r>
            <a:endParaRPr i="1" sz="1000">
              <a:solidFill>
                <a:srgbClr val="777777"/>
              </a:solidFill>
              <a:latin typeface="Inter"/>
              <a:ea typeface="Inter"/>
              <a:cs typeface="Inter"/>
              <a:sym typeface="Inter"/>
            </a:endParaRPr>
          </a:p>
        </p:txBody>
      </p:sp>
      <p:sp>
        <p:nvSpPr>
          <p:cNvPr id="235" name="Google Shape;235;p29"/>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6" name="Google Shape;236;p29"/>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237" name="Google Shape;237;p29"/>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9</a:t>
            </a:r>
            <a:endParaRPr b="1" sz="600">
              <a:solidFill>
                <a:srgbClr val="8942F0"/>
              </a:solidFill>
              <a:latin typeface="Inter"/>
              <a:ea typeface="Inter"/>
              <a:cs typeface="Inter"/>
              <a:sym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0"/>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3" name="Google Shape;243;p30"/>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797979"/>
                </a:solidFill>
                <a:latin typeface="Inter Medium"/>
                <a:ea typeface="Inter Medium"/>
                <a:cs typeface="Inter Medium"/>
                <a:sym typeface="Inter Medium"/>
              </a:rPr>
              <a:t>On average, your order share is </a:t>
            </a:r>
            <a:r>
              <a:rPr lang="en" sz="1200">
                <a:solidFill>
                  <a:srgbClr val="8E37F5"/>
                </a:solidFill>
                <a:latin typeface="Inter Medium"/>
                <a:ea typeface="Inter Medium"/>
                <a:cs typeface="Inter Medium"/>
                <a:sym typeface="Inter Medium"/>
              </a:rPr>
              <a:t>{{ORDERSHAREAVERAGE}}</a:t>
            </a:r>
            <a:r>
              <a:rPr lang="en" sz="1200">
                <a:solidFill>
                  <a:srgbClr val="8E37F5"/>
                </a:solidFill>
                <a:latin typeface="Inter Medium"/>
                <a:ea typeface="Inter Medium"/>
                <a:cs typeface="Inter Medium"/>
                <a:sym typeface="Inter Medium"/>
              </a:rPr>
              <a:t>%.</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ts val="1100"/>
              <a:buFont typeface="Arial"/>
              <a:buNone/>
            </a:pPr>
            <a:r>
              <a:t/>
            </a:r>
            <a:endParaRPr sz="1200">
              <a:solidFill>
                <a:srgbClr val="8E37F5"/>
              </a:solidFill>
              <a:latin typeface="Inter Medium"/>
              <a:ea typeface="Inter Medium"/>
              <a:cs typeface="Inter Medium"/>
              <a:sym typeface="Inter Medium"/>
            </a:endParaRPr>
          </a:p>
        </p:txBody>
      </p:sp>
      <p:pic>
        <p:nvPicPr>
          <p:cNvPr id="244" name="Google Shape;244;p30"/>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45" name="Google Shape;245;p30"/>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Order share</a:t>
            </a:r>
            <a:endParaRPr sz="2000">
              <a:solidFill>
                <a:srgbClr val="1E1E1E"/>
              </a:solidFill>
              <a:latin typeface="Inter"/>
              <a:ea typeface="Inter"/>
              <a:cs typeface="Inter"/>
              <a:sym typeface="Inter"/>
            </a:endParaRPr>
          </a:p>
        </p:txBody>
      </p:sp>
      <p:sp>
        <p:nvSpPr>
          <p:cNvPr id="246" name="Google Shape;246;p30"/>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7" name="Google Shape;247;p30"/>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248" name="Google Shape;248;p30"/>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9</a:t>
            </a:r>
            <a:endParaRPr b="1" sz="600">
              <a:solidFill>
                <a:srgbClr val="8942F0"/>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1"/>
          <p:cNvSpPr/>
          <p:nvPr/>
        </p:nvSpPr>
        <p:spPr>
          <a:xfrm>
            <a:off x="75" y="100"/>
            <a:ext cx="9144000" cy="8376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54" name="Google Shape;254;p31"/>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55" name="Google Shape;255;p31"/>
          <p:cNvSpPr txBox="1"/>
          <p:nvPr>
            <p:ph type="ctrTitle"/>
          </p:nvPr>
        </p:nvSpPr>
        <p:spPr>
          <a:xfrm>
            <a:off x="291325" y="218350"/>
            <a:ext cx="5056200" cy="401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Key achievements and recommendations</a:t>
            </a:r>
            <a:endParaRPr sz="1600">
              <a:solidFill>
                <a:schemeClr val="lt1"/>
              </a:solidFill>
              <a:latin typeface="Inter"/>
              <a:ea typeface="Inter"/>
              <a:cs typeface="Inter"/>
              <a:sym typeface="Inter"/>
            </a:endParaRPr>
          </a:p>
        </p:txBody>
      </p:sp>
      <p:sp>
        <p:nvSpPr>
          <p:cNvPr id="256" name="Google Shape;256;p31"/>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13</a:t>
            </a:r>
            <a:endParaRPr b="1" sz="600">
              <a:solidFill>
                <a:srgbClr val="8942F0"/>
              </a:solidFill>
              <a:latin typeface="Inter"/>
              <a:ea typeface="Inter"/>
              <a:cs typeface="Inter"/>
              <a:sym typeface="Inter"/>
            </a:endParaRPr>
          </a:p>
        </p:txBody>
      </p:sp>
      <p:sp>
        <p:nvSpPr>
          <p:cNvPr id="257" name="Google Shape;257;p31"/>
          <p:cNvSpPr txBox="1"/>
          <p:nvPr>
            <p:ph type="ctrTitle"/>
          </p:nvPr>
        </p:nvSpPr>
        <p:spPr>
          <a:xfrm>
            <a:off x="780075" y="1324200"/>
            <a:ext cx="7584000" cy="2940600"/>
          </a:xfrm>
          <a:prstGeom prst="rect">
            <a:avLst/>
          </a:prstGeom>
          <a:noFill/>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en" sz="1200">
                <a:solidFill>
                  <a:srgbClr val="8E37F5"/>
                </a:solidFill>
                <a:latin typeface="Inter Medium"/>
                <a:ea typeface="Inter Medium"/>
                <a:cs typeface="Inter Medium"/>
                <a:sym typeface="Inter Medium"/>
              </a:rPr>
              <a:t>Recommendations</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8E37F5"/>
              </a:solidFill>
              <a:latin typeface="Inter Medium"/>
              <a:ea typeface="Inter Medium"/>
              <a:cs typeface="Inter Medium"/>
              <a:sym typeface="Inter Medium"/>
            </a:endParaRPr>
          </a:p>
          <a:p>
            <a:pPr indent="-297180" lvl="0" marL="457200" rtl="0" algn="l">
              <a:lnSpc>
                <a:spcPct val="115000"/>
              </a:lnSpc>
              <a:spcBef>
                <a:spcPts val="0"/>
              </a:spcBef>
              <a:spcAft>
                <a:spcPts val="0"/>
              </a:spcAft>
              <a:buClr>
                <a:srgbClr val="797979"/>
              </a:buClr>
              <a:buSzPct val="100000"/>
              <a:buFont typeface="Inter Medium"/>
              <a:buChar char="●"/>
            </a:pPr>
            <a:r>
              <a:rPr lang="en" sz="1200">
                <a:solidFill>
                  <a:srgbClr val="797979"/>
                </a:solidFill>
                <a:latin typeface="Inter Medium"/>
                <a:ea typeface="Inter Medium"/>
                <a:cs typeface="Inter Medium"/>
                <a:sym typeface="Inter Medium"/>
              </a:rPr>
              <a:t>Strategies to enhance community engagement and leverage it for better sales performance.</a:t>
            </a:r>
            <a:endParaRPr sz="1200">
              <a:solidFill>
                <a:srgbClr val="797979"/>
              </a:solidFill>
              <a:latin typeface="Inter Medium"/>
              <a:ea typeface="Inter Medium"/>
              <a:cs typeface="Inter Medium"/>
              <a:sym typeface="Inter Medium"/>
            </a:endParaRPr>
          </a:p>
          <a:p>
            <a:pPr indent="-297180" lvl="0" marL="457200" rtl="0" algn="l">
              <a:lnSpc>
                <a:spcPct val="115000"/>
              </a:lnSpc>
              <a:spcBef>
                <a:spcPts val="0"/>
              </a:spcBef>
              <a:spcAft>
                <a:spcPts val="0"/>
              </a:spcAft>
              <a:buClr>
                <a:srgbClr val="797979"/>
              </a:buClr>
              <a:buSzPct val="100000"/>
              <a:buFont typeface="Inter Medium"/>
              <a:buChar char="●"/>
            </a:pPr>
            <a:r>
              <a:rPr lang="en" sz="1200">
                <a:solidFill>
                  <a:srgbClr val="797979"/>
                </a:solidFill>
                <a:latin typeface="Inter Medium"/>
                <a:ea typeface="Inter Medium"/>
                <a:cs typeface="Inter Medium"/>
                <a:sym typeface="Inter Medium"/>
              </a:rPr>
              <a:t>Suggestions for optimizing media creation processes to reduce costs and time while improving quality.</a:t>
            </a:r>
            <a:endParaRPr sz="1200">
              <a:solidFill>
                <a:srgbClr val="797979"/>
              </a:solidFill>
              <a:latin typeface="Inter Medium"/>
              <a:ea typeface="Inter Medium"/>
              <a:cs typeface="Inter Medium"/>
              <a:sym typeface="Inter Medium"/>
            </a:endParaRPr>
          </a:p>
          <a:p>
            <a:pPr indent="-297180" lvl="0" marL="457200" rtl="0" algn="l">
              <a:lnSpc>
                <a:spcPct val="115000"/>
              </a:lnSpc>
              <a:spcBef>
                <a:spcPts val="0"/>
              </a:spcBef>
              <a:spcAft>
                <a:spcPts val="0"/>
              </a:spcAft>
              <a:buClr>
                <a:srgbClr val="797979"/>
              </a:buClr>
              <a:buSzPct val="100000"/>
              <a:buFont typeface="Inter Medium"/>
              <a:buChar char="●"/>
            </a:pPr>
            <a:r>
              <a:rPr lang="en" sz="1200">
                <a:solidFill>
                  <a:srgbClr val="797979"/>
                </a:solidFill>
                <a:latin typeface="Inter Medium"/>
                <a:ea typeface="Inter Medium"/>
                <a:cs typeface="Inter Medium"/>
                <a:sym typeface="Inter Medium"/>
              </a:rPr>
              <a:t>Include some recommendations</a:t>
            </a:r>
            <a:endParaRPr sz="1200">
              <a:solidFill>
                <a:srgbClr val="797979"/>
              </a:solidFill>
              <a:latin typeface="Inter Medium"/>
              <a:ea typeface="Inter Medium"/>
              <a:cs typeface="Inter Medium"/>
              <a:sym typeface="Inter Medium"/>
            </a:endParaRPr>
          </a:p>
          <a:p>
            <a:pPr indent="-297180" lvl="0" marL="457200" rtl="0" algn="l">
              <a:lnSpc>
                <a:spcPct val="115000"/>
              </a:lnSpc>
              <a:spcBef>
                <a:spcPts val="0"/>
              </a:spcBef>
              <a:spcAft>
                <a:spcPts val="0"/>
              </a:spcAft>
              <a:buClr>
                <a:srgbClr val="797979"/>
              </a:buClr>
              <a:buSzPct val="100000"/>
              <a:buFont typeface="Inter Medium"/>
              <a:buChar char="●"/>
            </a:pPr>
            <a:r>
              <a:rPr lang="en" sz="1200">
                <a:solidFill>
                  <a:srgbClr val="797979"/>
                </a:solidFill>
                <a:latin typeface="Inter Medium"/>
                <a:ea typeface="Inter Medium"/>
                <a:cs typeface="Inter Medium"/>
                <a:sym typeface="Inter Medium"/>
              </a:rPr>
              <a:t>Include extra features like UGC DPA + Email Assets + Flow in email etc</a:t>
            </a:r>
            <a:endParaRPr sz="1200">
              <a:solidFill>
                <a:srgbClr val="797979"/>
              </a:solidFill>
              <a:latin typeface="Inter Medium"/>
              <a:ea typeface="Inter Medium"/>
              <a:cs typeface="Inter Medium"/>
              <a:sym typeface="Inter Medium"/>
            </a:endParaRPr>
          </a:p>
          <a:p>
            <a:pPr indent="-297180" lvl="0" marL="457200" rtl="0" algn="l">
              <a:lnSpc>
                <a:spcPct val="115000"/>
              </a:lnSpc>
              <a:spcBef>
                <a:spcPts val="0"/>
              </a:spcBef>
              <a:spcAft>
                <a:spcPts val="0"/>
              </a:spcAft>
              <a:buClr>
                <a:srgbClr val="797979"/>
              </a:buClr>
              <a:buSzPct val="100000"/>
              <a:buFont typeface="Inter Medium"/>
              <a:buChar char="●"/>
            </a:pPr>
            <a:r>
              <a:rPr lang="en" sz="1200">
                <a:solidFill>
                  <a:srgbClr val="797979"/>
                </a:solidFill>
                <a:latin typeface="Inter Medium"/>
                <a:ea typeface="Inter Medium"/>
                <a:cs typeface="Inter Medium"/>
                <a:sym typeface="Inter Medium"/>
              </a:rPr>
              <a:t>Don’t include our newest feature - use the new feature slide for this</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8E37F5"/>
                </a:solidFill>
                <a:latin typeface="Inter Medium"/>
                <a:ea typeface="Inter Medium"/>
                <a:cs typeface="Inter Medium"/>
                <a:sym typeface="Inter Medium"/>
              </a:rPr>
              <a:t>Action Items</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8E37F5"/>
              </a:solidFill>
              <a:latin typeface="Inter Medium"/>
              <a:ea typeface="Inter Medium"/>
              <a:cs typeface="Inter Medium"/>
              <a:sym typeface="Inter Medium"/>
            </a:endParaRPr>
          </a:p>
          <a:p>
            <a:pPr indent="-297180" lvl="0" marL="457200" rtl="0" algn="l">
              <a:lnSpc>
                <a:spcPct val="115000"/>
              </a:lnSpc>
              <a:spcBef>
                <a:spcPts val="0"/>
              </a:spcBef>
              <a:spcAft>
                <a:spcPts val="0"/>
              </a:spcAft>
              <a:buClr>
                <a:srgbClr val="797979"/>
              </a:buClr>
              <a:buSzPct val="100000"/>
              <a:buFont typeface="Inter Medium"/>
              <a:buChar char="●"/>
            </a:pPr>
            <a:r>
              <a:rPr lang="en" sz="1200">
                <a:solidFill>
                  <a:srgbClr val="797979"/>
                </a:solidFill>
                <a:latin typeface="Inter Medium"/>
                <a:ea typeface="Inter Medium"/>
                <a:cs typeface="Inter Medium"/>
                <a:sym typeface="Inter Medium"/>
              </a:rPr>
              <a:t>List of specific actions to be taken based on the findings of the review.</a:t>
            </a:r>
            <a:endParaRPr sz="1200">
              <a:solidFill>
                <a:srgbClr val="797979"/>
              </a:solidFill>
              <a:latin typeface="Inter Medium"/>
              <a:ea typeface="Inter Medium"/>
              <a:cs typeface="Inter Medium"/>
              <a:sym typeface="Inter Medium"/>
            </a:endParaRPr>
          </a:p>
          <a:p>
            <a:pPr indent="-297180" lvl="0" marL="457200" rtl="0" algn="l">
              <a:lnSpc>
                <a:spcPct val="115000"/>
              </a:lnSpc>
              <a:spcBef>
                <a:spcPts val="0"/>
              </a:spcBef>
              <a:spcAft>
                <a:spcPts val="0"/>
              </a:spcAft>
              <a:buClr>
                <a:srgbClr val="797979"/>
              </a:buClr>
              <a:buSzPct val="100000"/>
              <a:buFont typeface="Inter Medium"/>
              <a:buChar char="●"/>
            </a:pPr>
            <a:r>
              <a:rPr lang="en" sz="1200">
                <a:solidFill>
                  <a:srgbClr val="797979"/>
                </a:solidFill>
                <a:latin typeface="Inter Medium"/>
                <a:ea typeface="Inter Medium"/>
                <a:cs typeface="Inter Medium"/>
                <a:sym typeface="Inter Medium"/>
              </a:rPr>
              <a:t>Assign responsibilities and timelines for the action items.</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97979"/>
              </a:solidFill>
              <a:latin typeface="Inter Medium"/>
              <a:ea typeface="Inter Medium"/>
              <a:cs typeface="Inter Medium"/>
              <a:sym typeface="Inter Medium"/>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2"/>
          <p:cNvSpPr/>
          <p:nvPr/>
        </p:nvSpPr>
        <p:spPr>
          <a:xfrm>
            <a:off x="75" y="100"/>
            <a:ext cx="9144000" cy="8376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3" name="Google Shape;263;p32"/>
          <p:cNvSpPr txBox="1"/>
          <p:nvPr>
            <p:ph type="ctrTitle"/>
          </p:nvPr>
        </p:nvSpPr>
        <p:spPr>
          <a:xfrm>
            <a:off x="721425" y="1165525"/>
            <a:ext cx="6720600" cy="386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sz="1050">
                <a:solidFill>
                  <a:srgbClr val="797979"/>
                </a:solidFill>
                <a:latin typeface="Inter Medium"/>
                <a:ea typeface="Inter Medium"/>
                <a:cs typeface="Inter Medium"/>
                <a:sym typeface="Inter Medium"/>
              </a:rPr>
              <a:t>Proud to present an array of groundbreaking features that will revolutionize your experience</a:t>
            </a:r>
            <a:endParaRPr b="1" sz="1050">
              <a:solidFill>
                <a:srgbClr val="8E37F5"/>
              </a:solidFill>
              <a:latin typeface="Inter"/>
              <a:ea typeface="Inter"/>
              <a:cs typeface="Inter"/>
              <a:sym typeface="Inter"/>
            </a:endParaRPr>
          </a:p>
        </p:txBody>
      </p:sp>
      <p:pic>
        <p:nvPicPr>
          <p:cNvPr id="264" name="Google Shape;264;p32"/>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65" name="Google Shape;265;p32"/>
          <p:cNvSpPr txBox="1"/>
          <p:nvPr>
            <p:ph type="ctrTitle"/>
          </p:nvPr>
        </p:nvSpPr>
        <p:spPr>
          <a:xfrm>
            <a:off x="291325" y="74750"/>
            <a:ext cx="3029100" cy="456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 sz="1640">
                <a:solidFill>
                  <a:schemeClr val="lt1"/>
                </a:solidFill>
                <a:latin typeface="Inter"/>
                <a:ea typeface="Inter"/>
                <a:cs typeface="Inter"/>
                <a:sym typeface="Inter"/>
              </a:rPr>
              <a:t>New features in 2025</a:t>
            </a:r>
            <a:endParaRPr sz="1640">
              <a:solidFill>
                <a:schemeClr val="lt1"/>
              </a:solidFill>
              <a:latin typeface="Inter"/>
              <a:ea typeface="Inter"/>
              <a:cs typeface="Inter"/>
              <a:sym typeface="Inter"/>
            </a:endParaRPr>
          </a:p>
        </p:txBody>
      </p:sp>
      <p:sp>
        <p:nvSpPr>
          <p:cNvPr id="266" name="Google Shape;266;p32"/>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14</a:t>
            </a:r>
            <a:endParaRPr b="1" sz="600">
              <a:solidFill>
                <a:srgbClr val="8942F0"/>
              </a:solidFill>
              <a:latin typeface="Inter"/>
              <a:ea typeface="Inter"/>
              <a:cs typeface="Inter"/>
              <a:sym typeface="Inter"/>
            </a:endParaRPr>
          </a:p>
        </p:txBody>
      </p:sp>
      <p:sp>
        <p:nvSpPr>
          <p:cNvPr id="267" name="Google Shape;267;p32"/>
          <p:cNvSpPr txBox="1"/>
          <p:nvPr/>
        </p:nvSpPr>
        <p:spPr>
          <a:xfrm>
            <a:off x="758475" y="1648350"/>
            <a:ext cx="7435500" cy="27510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t/>
            </a:r>
            <a:endParaRPr sz="1200">
              <a:solidFill>
                <a:srgbClr val="797979"/>
              </a:solidFill>
              <a:latin typeface="Inter Medium"/>
              <a:ea typeface="Inter Medium"/>
              <a:cs typeface="Inter Medium"/>
              <a:sym typeface="Inter Medium"/>
            </a:endParaRPr>
          </a:p>
          <a:p>
            <a:pPr indent="-295275" lvl="0" marL="457200" rtl="0" algn="l">
              <a:lnSpc>
                <a:spcPct val="115000"/>
              </a:lnSpc>
              <a:spcBef>
                <a:spcPts val="0"/>
              </a:spcBef>
              <a:spcAft>
                <a:spcPts val="0"/>
              </a:spcAft>
              <a:buClr>
                <a:srgbClr val="797979"/>
              </a:buClr>
              <a:buSzPts val="1050"/>
              <a:buFont typeface="Inter"/>
              <a:buChar char="●"/>
            </a:pPr>
            <a:r>
              <a:rPr lang="en" sz="1050">
                <a:solidFill>
                  <a:srgbClr val="8E37F5"/>
                </a:solidFill>
                <a:latin typeface="Inter Medium"/>
                <a:ea typeface="Inter Medium"/>
                <a:cs typeface="Inter Medium"/>
                <a:sym typeface="Inter Medium"/>
              </a:rPr>
              <a:t>Countdown Widget: </a:t>
            </a:r>
            <a:r>
              <a:rPr lang="en" sz="1050">
                <a:solidFill>
                  <a:srgbClr val="797979"/>
                </a:solidFill>
                <a:latin typeface="Inter Medium"/>
                <a:ea typeface="Inter Medium"/>
                <a:cs typeface="Inter Medium"/>
                <a:sym typeface="Inter Medium"/>
              </a:rPr>
              <a:t>Option to </a:t>
            </a:r>
            <a:r>
              <a:rPr lang="en" sz="1050">
                <a:solidFill>
                  <a:srgbClr val="797979"/>
                </a:solidFill>
                <a:highlight>
                  <a:srgbClr val="FFFFFF"/>
                </a:highlight>
                <a:latin typeface="Inter Medium"/>
                <a:ea typeface="Inter Medium"/>
                <a:cs typeface="Inter Medium"/>
                <a:sym typeface="Inter Medium"/>
              </a:rPr>
              <a:t>create time-limited sales campaigns - </a:t>
            </a:r>
            <a:r>
              <a:rPr lang="en" sz="1050">
                <a:solidFill>
                  <a:srgbClr val="797979"/>
                </a:solidFill>
                <a:latin typeface="Inter Medium"/>
                <a:ea typeface="Inter Medium"/>
                <a:cs typeface="Inter Medium"/>
                <a:sym typeface="Inter Medium"/>
              </a:rPr>
              <a:t>reveal one promo + product per day, each available for 24 hours before the next one appears. </a:t>
            </a:r>
            <a:endParaRPr sz="1050">
              <a:solidFill>
                <a:srgbClr val="797979"/>
              </a:solidFill>
              <a:latin typeface="Inter Medium"/>
              <a:ea typeface="Inter Medium"/>
              <a:cs typeface="Inter Medium"/>
              <a:sym typeface="Inter Medium"/>
            </a:endParaRPr>
          </a:p>
          <a:p>
            <a:pPr indent="0" lvl="0" marL="457200" rtl="0" algn="l">
              <a:lnSpc>
                <a:spcPct val="115000"/>
              </a:lnSpc>
              <a:spcBef>
                <a:spcPts val="0"/>
              </a:spcBef>
              <a:spcAft>
                <a:spcPts val="0"/>
              </a:spcAft>
              <a:buNone/>
            </a:pPr>
            <a:r>
              <a:rPr lang="en" sz="1050">
                <a:solidFill>
                  <a:srgbClr val="797979"/>
                </a:solidFill>
                <a:latin typeface="Inter Medium"/>
                <a:ea typeface="Inter Medium"/>
                <a:cs typeface="Inter Medium"/>
                <a:sym typeface="Inter Medium"/>
              </a:rPr>
              <a:t>Costs: </a:t>
            </a:r>
            <a:r>
              <a:rPr lang="en" sz="1050">
                <a:solidFill>
                  <a:srgbClr val="9327FA"/>
                </a:solidFill>
                <a:latin typeface="Inter Medium"/>
                <a:ea typeface="Inter Medium"/>
                <a:cs typeface="Inter Medium"/>
                <a:sym typeface="Inter Medium"/>
              </a:rPr>
              <a:t>€100</a:t>
            </a:r>
            <a:r>
              <a:rPr lang="en" sz="1050">
                <a:solidFill>
                  <a:srgbClr val="797979"/>
                </a:solidFill>
                <a:latin typeface="Inter Medium"/>
                <a:ea typeface="Inter Medium"/>
                <a:cs typeface="Inter Medium"/>
                <a:sym typeface="Inter Medium"/>
              </a:rPr>
              <a:t> per month. </a:t>
            </a:r>
            <a:r>
              <a:rPr lang="en" sz="1050" u="sng">
                <a:solidFill>
                  <a:srgbClr val="9327FA"/>
                </a:solidFill>
                <a:latin typeface="Inter Medium"/>
                <a:ea typeface="Inter Medium"/>
                <a:cs typeface="Inter Medium"/>
                <a:sym typeface="Inter Medium"/>
                <a:hlinkClick r:id="rId4">
                  <a:extLst>
                    <a:ext uri="{A12FA001-AC4F-418D-AE19-62706E023703}">
                      <ahyp:hlinkClr val="tx"/>
                    </a:ext>
                  </a:extLst>
                </a:hlinkClick>
              </a:rPr>
              <a:t>Here</a:t>
            </a:r>
            <a:r>
              <a:rPr lang="en" sz="1050">
                <a:solidFill>
                  <a:srgbClr val="9327FA"/>
                </a:solidFill>
                <a:latin typeface="Inter Medium"/>
                <a:ea typeface="Inter Medium"/>
                <a:cs typeface="Inter Medium"/>
                <a:sym typeface="Inter Medium"/>
              </a:rPr>
              <a:t> </a:t>
            </a:r>
            <a:r>
              <a:rPr lang="en" sz="1050">
                <a:solidFill>
                  <a:srgbClr val="797979"/>
                </a:solidFill>
                <a:latin typeface="Inter Medium"/>
                <a:ea typeface="Inter Medium"/>
                <a:cs typeface="Inter Medium"/>
                <a:sym typeface="Inter Medium"/>
              </a:rPr>
              <a:t>you can find more information</a:t>
            </a:r>
            <a:br>
              <a:rPr lang="en" sz="1050">
                <a:solidFill>
                  <a:srgbClr val="797979"/>
                </a:solidFill>
                <a:latin typeface="Inter Medium"/>
                <a:ea typeface="Inter Medium"/>
                <a:cs typeface="Inter Medium"/>
                <a:sym typeface="Inter Medium"/>
              </a:rPr>
            </a:br>
            <a:endParaRPr sz="1050">
              <a:solidFill>
                <a:srgbClr val="797979"/>
              </a:solidFill>
              <a:latin typeface="Inter Medium"/>
              <a:ea typeface="Inter Medium"/>
              <a:cs typeface="Inter Medium"/>
              <a:sym typeface="Inter Medium"/>
            </a:endParaRPr>
          </a:p>
          <a:p>
            <a:pPr indent="-295275" lvl="0" marL="457200" rtl="0" algn="just">
              <a:lnSpc>
                <a:spcPct val="115000"/>
              </a:lnSpc>
              <a:spcBef>
                <a:spcPts val="0"/>
              </a:spcBef>
              <a:spcAft>
                <a:spcPts val="0"/>
              </a:spcAft>
              <a:buClr>
                <a:srgbClr val="797979"/>
              </a:buClr>
              <a:buSzPts val="1050"/>
              <a:buFont typeface="Inter"/>
              <a:buChar char="●"/>
            </a:pPr>
            <a:r>
              <a:rPr lang="en" sz="1050">
                <a:solidFill>
                  <a:srgbClr val="8E37F5"/>
                </a:solidFill>
                <a:latin typeface="Inter Medium"/>
                <a:ea typeface="Inter Medium"/>
                <a:cs typeface="Inter Medium"/>
                <a:sym typeface="Inter Medium"/>
              </a:rPr>
              <a:t>Media Uploader:</a:t>
            </a:r>
            <a:r>
              <a:rPr lang="en" sz="1050">
                <a:solidFill>
                  <a:srgbClr val="797979"/>
                </a:solidFill>
                <a:latin typeface="Inter Medium"/>
                <a:ea typeface="Inter Medium"/>
                <a:cs typeface="Inter Medium"/>
                <a:sym typeface="Inter Medium"/>
              </a:rPr>
              <a:t> Allows users to share their content - images or videos - directly through your Flow or a shared link. You can </a:t>
            </a:r>
            <a:r>
              <a:rPr lang="en" sz="1050">
                <a:solidFill>
                  <a:srgbClr val="797979"/>
                </a:solidFill>
                <a:highlight>
                  <a:srgbClr val="FFFFFF"/>
                </a:highlight>
                <a:latin typeface="Inter Medium"/>
                <a:ea typeface="Inter Medium"/>
                <a:cs typeface="Inter Medium"/>
                <a:sym typeface="Inter Medium"/>
              </a:rPr>
              <a:t>tailor the uploader to match your brand and campaign goals. </a:t>
            </a:r>
            <a:br>
              <a:rPr lang="en" sz="1050">
                <a:solidFill>
                  <a:srgbClr val="797979"/>
                </a:solidFill>
                <a:highlight>
                  <a:srgbClr val="FFFFFF"/>
                </a:highlight>
                <a:latin typeface="Inter Medium"/>
                <a:ea typeface="Inter Medium"/>
                <a:cs typeface="Inter Medium"/>
                <a:sym typeface="Inter Medium"/>
              </a:rPr>
            </a:br>
            <a:r>
              <a:rPr lang="en" sz="1050">
                <a:solidFill>
                  <a:srgbClr val="797979"/>
                </a:solidFill>
                <a:highlight>
                  <a:srgbClr val="FFFFFF"/>
                </a:highlight>
                <a:latin typeface="Inter Medium"/>
                <a:ea typeface="Inter Medium"/>
                <a:cs typeface="Inter Medium"/>
                <a:sym typeface="Inter Medium"/>
              </a:rPr>
              <a:t>The Media Uploader Forms feature allows you to add custom questions to your</a:t>
            </a:r>
            <a:r>
              <a:rPr lang="en" sz="1050">
                <a:solidFill>
                  <a:srgbClr val="797979"/>
                </a:solidFill>
                <a:highlight>
                  <a:srgbClr val="FFFFFF"/>
                </a:highlight>
                <a:uFill>
                  <a:noFill/>
                </a:uFill>
                <a:latin typeface="Inter Medium"/>
                <a:ea typeface="Inter Medium"/>
                <a:cs typeface="Inter Medium"/>
                <a:sym typeface="Inter Medium"/>
                <a:hlinkClick r:id="rId5">
                  <a:extLst>
                    <a:ext uri="{A12FA001-AC4F-418D-AE19-62706E023703}">
                      <ahyp:hlinkClr val="tx"/>
                    </a:ext>
                  </a:extLst>
                </a:hlinkClick>
              </a:rPr>
              <a:t> </a:t>
            </a:r>
            <a:r>
              <a:rPr lang="en" sz="1050" u="sng">
                <a:solidFill>
                  <a:srgbClr val="9327FA"/>
                </a:solidFill>
                <a:highlight>
                  <a:srgbClr val="FFFFFF"/>
                </a:highlight>
                <a:latin typeface="Inter Medium"/>
                <a:ea typeface="Inter Medium"/>
                <a:cs typeface="Inter Medium"/>
                <a:sym typeface="Inter Medium"/>
                <a:hlinkClick r:id="rId6">
                  <a:extLst>
                    <a:ext uri="{A12FA001-AC4F-418D-AE19-62706E023703}">
                      <ahyp:hlinkClr val="tx"/>
                    </a:ext>
                  </a:extLst>
                </a:hlinkClick>
              </a:rPr>
              <a:t>media uploader in a flow.</a:t>
            </a:r>
            <a:r>
              <a:rPr lang="en" sz="1050">
                <a:solidFill>
                  <a:srgbClr val="797979"/>
                </a:solidFill>
                <a:highlight>
                  <a:srgbClr val="FFFFFF"/>
                </a:highlight>
                <a:latin typeface="Inter Medium"/>
                <a:ea typeface="Inter Medium"/>
                <a:cs typeface="Inter Medium"/>
                <a:sym typeface="Inter Medium"/>
              </a:rPr>
              <a:t> This helps you gather additional insights from users alongside the UGC they submit. </a:t>
            </a:r>
            <a:endParaRPr sz="1050">
              <a:solidFill>
                <a:srgbClr val="797979"/>
              </a:solidFill>
              <a:highlight>
                <a:srgbClr val="FFFFFF"/>
              </a:highlight>
              <a:latin typeface="Inter Medium"/>
              <a:ea typeface="Inter Medium"/>
              <a:cs typeface="Inter Medium"/>
              <a:sym typeface="Inter Medium"/>
            </a:endParaRPr>
          </a:p>
          <a:p>
            <a:pPr indent="0" lvl="0" marL="457200" rtl="0" algn="just">
              <a:lnSpc>
                <a:spcPct val="115000"/>
              </a:lnSpc>
              <a:spcBef>
                <a:spcPts val="0"/>
              </a:spcBef>
              <a:spcAft>
                <a:spcPts val="0"/>
              </a:spcAft>
              <a:buNone/>
            </a:pPr>
            <a:r>
              <a:rPr lang="en" sz="1050">
                <a:solidFill>
                  <a:srgbClr val="797979"/>
                </a:solidFill>
                <a:latin typeface="Inter Medium"/>
                <a:ea typeface="Inter Medium"/>
                <a:cs typeface="Inter Medium"/>
                <a:sym typeface="Inter Medium"/>
              </a:rPr>
              <a:t>Costs: </a:t>
            </a:r>
            <a:r>
              <a:rPr lang="en" sz="1050">
                <a:solidFill>
                  <a:srgbClr val="9327FA"/>
                </a:solidFill>
                <a:latin typeface="Inter Medium"/>
                <a:ea typeface="Inter Medium"/>
                <a:cs typeface="Inter Medium"/>
                <a:sym typeface="Inter Medium"/>
              </a:rPr>
              <a:t>€100</a:t>
            </a:r>
            <a:r>
              <a:rPr lang="en" sz="1050">
                <a:solidFill>
                  <a:srgbClr val="797979"/>
                </a:solidFill>
                <a:latin typeface="Inter Medium"/>
                <a:ea typeface="Inter Medium"/>
                <a:cs typeface="Inter Medium"/>
                <a:sym typeface="Inter Medium"/>
              </a:rPr>
              <a:t> per month. </a:t>
            </a:r>
            <a:r>
              <a:rPr lang="en" sz="1050" u="sng">
                <a:solidFill>
                  <a:srgbClr val="9327FA"/>
                </a:solidFill>
                <a:latin typeface="Inter Medium"/>
                <a:ea typeface="Inter Medium"/>
                <a:cs typeface="Inter Medium"/>
                <a:sym typeface="Inter Medium"/>
                <a:hlinkClick r:id="rId7">
                  <a:extLst>
                    <a:ext uri="{A12FA001-AC4F-418D-AE19-62706E023703}">
                      <ahyp:hlinkClr val="tx"/>
                    </a:ext>
                  </a:extLst>
                </a:hlinkClick>
              </a:rPr>
              <a:t>Here</a:t>
            </a:r>
            <a:r>
              <a:rPr lang="en" sz="1050">
                <a:solidFill>
                  <a:srgbClr val="797979"/>
                </a:solidFill>
                <a:latin typeface="Inter Medium"/>
                <a:ea typeface="Inter Medium"/>
                <a:cs typeface="Inter Medium"/>
                <a:sym typeface="Inter Medium"/>
              </a:rPr>
              <a:t> you can find more information</a:t>
            </a:r>
            <a:br>
              <a:rPr lang="en" sz="1050">
                <a:solidFill>
                  <a:srgbClr val="797979"/>
                </a:solidFill>
                <a:latin typeface="Inter Medium"/>
                <a:ea typeface="Inter Medium"/>
                <a:cs typeface="Inter Medium"/>
                <a:sym typeface="Inter Medium"/>
              </a:rPr>
            </a:br>
            <a:endParaRPr sz="1050">
              <a:solidFill>
                <a:srgbClr val="797979"/>
              </a:solidFill>
              <a:latin typeface="Inter Medium"/>
              <a:ea typeface="Inter Medium"/>
              <a:cs typeface="Inter Medium"/>
              <a:sym typeface="Inter Medium"/>
            </a:endParaRPr>
          </a:p>
          <a:p>
            <a:pPr indent="-304800" lvl="0" marL="457200" rtl="0" algn="l">
              <a:lnSpc>
                <a:spcPct val="115000"/>
              </a:lnSpc>
              <a:spcBef>
                <a:spcPts val="0"/>
              </a:spcBef>
              <a:spcAft>
                <a:spcPts val="0"/>
              </a:spcAft>
              <a:buClr>
                <a:srgbClr val="797979"/>
              </a:buClr>
              <a:buSzPts val="1200"/>
              <a:buFont typeface="Inter"/>
              <a:buChar char="●"/>
            </a:pPr>
            <a:r>
              <a:rPr lang="en" sz="1050">
                <a:solidFill>
                  <a:srgbClr val="8E37F5"/>
                </a:solidFill>
                <a:latin typeface="Inter Medium"/>
                <a:ea typeface="Inter Medium"/>
                <a:cs typeface="Inter Medium"/>
                <a:sym typeface="Inter Medium"/>
              </a:rPr>
              <a:t>Analytics Moderation:</a:t>
            </a:r>
            <a:r>
              <a:rPr lang="en" sz="1050">
                <a:solidFill>
                  <a:srgbClr val="797979"/>
                </a:solidFill>
                <a:highlight>
                  <a:srgbClr val="FFFFFF"/>
                </a:highlight>
                <a:latin typeface="Inter Medium"/>
                <a:ea typeface="Inter Medium"/>
                <a:cs typeface="Inter Medium"/>
                <a:sym typeface="Inter Medium"/>
              </a:rPr>
              <a:t> The new analytics panel has additional metrics which Flowbox did not track before related to the moderation of content and of course a new design and fixed metrics. </a:t>
            </a:r>
            <a:endParaRPr sz="1050">
              <a:solidFill>
                <a:srgbClr val="797979"/>
              </a:solidFill>
              <a:highlight>
                <a:srgbClr val="FFFFFF"/>
              </a:highlight>
              <a:latin typeface="Inter Medium"/>
              <a:ea typeface="Inter Medium"/>
              <a:cs typeface="Inter Medium"/>
              <a:sym typeface="Inter Medium"/>
            </a:endParaRPr>
          </a:p>
          <a:p>
            <a:pPr indent="0" lvl="0" marL="457200" rtl="0" algn="l">
              <a:lnSpc>
                <a:spcPct val="115000"/>
              </a:lnSpc>
              <a:spcBef>
                <a:spcPts val="0"/>
              </a:spcBef>
              <a:spcAft>
                <a:spcPts val="0"/>
              </a:spcAft>
              <a:buNone/>
            </a:pPr>
            <a:r>
              <a:rPr lang="en" sz="1050">
                <a:solidFill>
                  <a:srgbClr val="9327FA"/>
                </a:solidFill>
                <a:latin typeface="Inter Medium"/>
                <a:ea typeface="Inter Medium"/>
                <a:cs typeface="Inter Medium"/>
                <a:sym typeface="Inter Medium"/>
              </a:rPr>
              <a:t>Free!</a:t>
            </a:r>
            <a:r>
              <a:rPr lang="en" sz="1050">
                <a:solidFill>
                  <a:srgbClr val="797979"/>
                </a:solidFill>
                <a:latin typeface="Inter Medium"/>
                <a:ea typeface="Inter Medium"/>
                <a:cs typeface="Inter Medium"/>
                <a:sym typeface="Inter Medium"/>
              </a:rPr>
              <a:t> </a:t>
            </a:r>
            <a:r>
              <a:rPr lang="en" sz="1050" u="sng">
                <a:solidFill>
                  <a:srgbClr val="9327FA"/>
                </a:solidFill>
                <a:latin typeface="Inter Medium"/>
                <a:ea typeface="Inter Medium"/>
                <a:cs typeface="Inter Medium"/>
                <a:sym typeface="Inter Medium"/>
                <a:hlinkClick r:id="rId8">
                  <a:extLst>
                    <a:ext uri="{A12FA001-AC4F-418D-AE19-62706E023703}">
                      <ahyp:hlinkClr val="tx"/>
                    </a:ext>
                  </a:extLst>
                </a:hlinkClick>
              </a:rPr>
              <a:t>Here</a:t>
            </a:r>
            <a:r>
              <a:rPr lang="en" sz="1050">
                <a:solidFill>
                  <a:srgbClr val="797979"/>
                </a:solidFill>
                <a:latin typeface="Inter Medium"/>
                <a:ea typeface="Inter Medium"/>
                <a:cs typeface="Inter Medium"/>
                <a:sym typeface="Inter Medium"/>
              </a:rPr>
              <a:t> you can find more information.</a:t>
            </a:r>
            <a:endParaRPr sz="1200">
              <a:solidFill>
                <a:srgbClr val="1E3146"/>
              </a:solidFill>
              <a:latin typeface="Inter"/>
              <a:ea typeface="Inter"/>
              <a:cs typeface="Inter"/>
              <a:sym typeface="Inter"/>
            </a:endParaRPr>
          </a:p>
        </p:txBody>
      </p:sp>
      <p:sp>
        <p:nvSpPr>
          <p:cNvPr id="268" name="Google Shape;268;p32"/>
          <p:cNvSpPr txBox="1"/>
          <p:nvPr>
            <p:ph type="ctrTitle"/>
          </p:nvPr>
        </p:nvSpPr>
        <p:spPr>
          <a:xfrm>
            <a:off x="291325" y="435175"/>
            <a:ext cx="921600" cy="28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i="1" lang="en" sz="1000">
                <a:solidFill>
                  <a:srgbClr val="F2F2F2"/>
                </a:solidFill>
                <a:latin typeface="Inter"/>
                <a:ea typeface="Inter"/>
                <a:cs typeface="Inter"/>
                <a:sym typeface="Inter"/>
              </a:rPr>
              <a:t>Out now!</a:t>
            </a:r>
            <a:endParaRPr i="1" sz="1000">
              <a:solidFill>
                <a:srgbClr val="F2F2F2"/>
              </a:solidFill>
              <a:latin typeface="Inter"/>
              <a:ea typeface="Inter"/>
              <a:cs typeface="Inter"/>
              <a:sym typeface="Int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3"/>
          <p:cNvSpPr txBox="1"/>
          <p:nvPr>
            <p:ph type="title"/>
          </p:nvPr>
        </p:nvSpPr>
        <p:spPr>
          <a:xfrm>
            <a:off x="3199470" y="559375"/>
            <a:ext cx="2745000" cy="477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274" name="Google Shape;274;p33"/>
          <p:cNvSpPr/>
          <p:nvPr/>
        </p:nvSpPr>
        <p:spPr>
          <a:xfrm>
            <a:off x="75" y="100"/>
            <a:ext cx="4572000" cy="51435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5" name="Google Shape;275;p33"/>
          <p:cNvSpPr/>
          <p:nvPr/>
        </p:nvSpPr>
        <p:spPr>
          <a:xfrm>
            <a:off x="4572125" y="100"/>
            <a:ext cx="4572000" cy="51435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76" name="Google Shape;276;p33"/>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77" name="Google Shape;277;p33"/>
          <p:cNvSpPr txBox="1"/>
          <p:nvPr>
            <p:ph idx="4294967295" type="ctrTitle"/>
          </p:nvPr>
        </p:nvSpPr>
        <p:spPr>
          <a:xfrm>
            <a:off x="343575" y="1859450"/>
            <a:ext cx="4998300" cy="456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 sz="2500">
                <a:solidFill>
                  <a:schemeClr val="lt1"/>
                </a:solidFill>
                <a:latin typeface="Inter"/>
                <a:ea typeface="Inter"/>
                <a:cs typeface="Inter"/>
                <a:sym typeface="Inter"/>
              </a:rPr>
              <a:t>Appendix</a:t>
            </a:r>
            <a:endParaRPr sz="2500">
              <a:solidFill>
                <a:schemeClr val="lt1"/>
              </a:solidFill>
              <a:latin typeface="Inter"/>
              <a:ea typeface="Inter"/>
              <a:cs typeface="Inter"/>
              <a:sym typeface="Inter"/>
            </a:endParaRPr>
          </a:p>
        </p:txBody>
      </p:sp>
      <p:sp>
        <p:nvSpPr>
          <p:cNvPr id="278" name="Google Shape;278;p33"/>
          <p:cNvSpPr txBox="1"/>
          <p:nvPr>
            <p:ph idx="4294967295" type="ctrTitle"/>
          </p:nvPr>
        </p:nvSpPr>
        <p:spPr>
          <a:xfrm>
            <a:off x="280875" y="2616500"/>
            <a:ext cx="4010400" cy="45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891"/>
              <a:buNone/>
            </a:pPr>
            <a:r>
              <a:rPr i="1" lang="en" sz="1270">
                <a:solidFill>
                  <a:schemeClr val="lt1"/>
                </a:solidFill>
                <a:latin typeface="Inter"/>
                <a:ea typeface="Inter"/>
                <a:cs typeface="Inter"/>
                <a:sym typeface="Inter"/>
              </a:rPr>
              <a:t>Additional data related to the ugc, additional features, etc.</a:t>
            </a:r>
            <a:endParaRPr i="1" sz="1270">
              <a:solidFill>
                <a:schemeClr val="lt1"/>
              </a:solidFill>
              <a:latin typeface="Inter"/>
              <a:ea typeface="Inter"/>
              <a:cs typeface="Inter"/>
              <a:sym typeface="Inte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4"/>
          <p:cNvSpPr/>
          <p:nvPr/>
        </p:nvSpPr>
        <p:spPr>
          <a:xfrm>
            <a:off x="2567850" y="1403200"/>
            <a:ext cx="4008300" cy="33363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4" name="Google Shape;284;p34"/>
          <p:cNvSpPr txBox="1"/>
          <p:nvPr>
            <p:ph type="ctrTitle"/>
          </p:nvPr>
        </p:nvSpPr>
        <p:spPr>
          <a:xfrm>
            <a:off x="2651775" y="1474450"/>
            <a:ext cx="3840600" cy="3193800"/>
          </a:xfrm>
          <a:prstGeom prst="rect">
            <a:avLst/>
          </a:prstGeom>
        </p:spPr>
        <p:txBody>
          <a:bodyPr anchorCtr="0" anchor="t" bIns="91425" lIns="91425" spcFirstLastPara="1" rIns="91425" wrap="square" tIns="91425">
            <a:normAutofit/>
          </a:bodyPr>
          <a:lstStyle/>
          <a:p>
            <a:pPr indent="-304800" lvl="0" marL="457200" rtl="0" algn="l">
              <a:lnSpc>
                <a:spcPct val="150000"/>
              </a:lnSpc>
              <a:spcBef>
                <a:spcPts val="0"/>
              </a:spcBef>
              <a:spcAft>
                <a:spcPts val="0"/>
              </a:spcAft>
              <a:buClr>
                <a:srgbClr val="8E36F5"/>
              </a:buClr>
              <a:buSzPts val="1200"/>
              <a:buFont typeface="Inter Medium"/>
              <a:buChar char="●"/>
            </a:pPr>
            <a:r>
              <a:rPr lang="en" sz="1200">
                <a:solidFill>
                  <a:srgbClr val="8E36F5"/>
                </a:solidFill>
                <a:latin typeface="Inter Medium"/>
                <a:ea typeface="Inter Medium"/>
                <a:cs typeface="Inter Medium"/>
                <a:sym typeface="Inter Medium"/>
              </a:rPr>
              <a:t>Deeper analytics development (Moderation Analytics)</a:t>
            </a:r>
            <a:endParaRPr sz="1200">
              <a:solidFill>
                <a:srgbClr val="8E36F5"/>
              </a:solidFill>
              <a:latin typeface="Inter Medium"/>
              <a:ea typeface="Inter Medium"/>
              <a:cs typeface="Inter Medium"/>
              <a:sym typeface="Inter Medium"/>
            </a:endParaRPr>
          </a:p>
          <a:p>
            <a:pPr indent="-304800" lvl="0" marL="457200" rtl="0" algn="l">
              <a:lnSpc>
                <a:spcPct val="150000"/>
              </a:lnSpc>
              <a:spcBef>
                <a:spcPts val="0"/>
              </a:spcBef>
              <a:spcAft>
                <a:spcPts val="0"/>
              </a:spcAft>
              <a:buClr>
                <a:srgbClr val="9327FA"/>
              </a:buClr>
              <a:buSzPts val="1200"/>
              <a:buFont typeface="Inter Medium"/>
              <a:buChar char="●"/>
            </a:pPr>
            <a:r>
              <a:rPr lang="en" sz="1200">
                <a:solidFill>
                  <a:srgbClr val="8E36F5"/>
                </a:solidFill>
                <a:latin typeface="Inter Medium"/>
                <a:ea typeface="Inter Medium"/>
                <a:cs typeface="Inter Medium"/>
                <a:sym typeface="Inter Medium"/>
              </a:rPr>
              <a:t>Media Uploader Version 2 </a:t>
            </a:r>
            <a:endParaRPr sz="1200">
              <a:solidFill>
                <a:srgbClr val="9327FA"/>
              </a:solidFill>
              <a:latin typeface="Inter Medium"/>
              <a:ea typeface="Inter Medium"/>
              <a:cs typeface="Inter Medium"/>
              <a:sym typeface="Inter Medium"/>
            </a:endParaRPr>
          </a:p>
          <a:p>
            <a:pPr indent="-304800" lvl="1" marL="914400" rtl="0" algn="l">
              <a:lnSpc>
                <a:spcPct val="150000"/>
              </a:lnSpc>
              <a:spcBef>
                <a:spcPts val="0"/>
              </a:spcBef>
              <a:spcAft>
                <a:spcPts val="0"/>
              </a:spcAft>
              <a:buClr>
                <a:srgbClr val="797979"/>
              </a:buClr>
              <a:buSzPts val="1200"/>
              <a:buFont typeface="Inter Medium"/>
              <a:buChar char="○"/>
            </a:pPr>
            <a:r>
              <a:rPr lang="en" sz="1200">
                <a:solidFill>
                  <a:srgbClr val="797979"/>
                </a:solidFill>
                <a:latin typeface="Inter Medium"/>
                <a:ea typeface="Inter Medium"/>
                <a:cs typeface="Inter Medium"/>
                <a:sym typeface="Inter Medium"/>
              </a:rPr>
              <a:t>Feature updates and improvements </a:t>
            </a:r>
            <a:endParaRPr sz="1200">
              <a:solidFill>
                <a:srgbClr val="797979"/>
              </a:solidFill>
              <a:latin typeface="Inter Medium"/>
              <a:ea typeface="Inter Medium"/>
              <a:cs typeface="Inter Medium"/>
              <a:sym typeface="Inter Medium"/>
            </a:endParaRPr>
          </a:p>
          <a:p>
            <a:pPr indent="-304800" lvl="0" marL="457200" rtl="0" algn="l">
              <a:lnSpc>
                <a:spcPct val="150000"/>
              </a:lnSpc>
              <a:spcBef>
                <a:spcPts val="0"/>
              </a:spcBef>
              <a:spcAft>
                <a:spcPts val="0"/>
              </a:spcAft>
              <a:buClr>
                <a:srgbClr val="797979"/>
              </a:buClr>
              <a:buSzPts val="1200"/>
              <a:buFont typeface="Inter Medium"/>
              <a:buChar char="●"/>
            </a:pPr>
            <a:r>
              <a:rPr lang="en" sz="1200">
                <a:solidFill>
                  <a:srgbClr val="797979"/>
                </a:solidFill>
                <a:latin typeface="Inter Medium"/>
                <a:ea typeface="Inter Medium"/>
                <a:cs typeface="Inter Medium"/>
                <a:sym typeface="Inter Medium"/>
              </a:rPr>
              <a:t>Revamp UX and UI Across the Platform</a:t>
            </a:r>
            <a:endParaRPr sz="1200">
              <a:solidFill>
                <a:srgbClr val="797979"/>
              </a:solidFill>
              <a:latin typeface="Inter Medium"/>
              <a:ea typeface="Inter Medium"/>
              <a:cs typeface="Inter Medium"/>
              <a:sym typeface="Inter Medium"/>
            </a:endParaRPr>
          </a:p>
          <a:p>
            <a:pPr indent="-304800" lvl="1" marL="914400" rtl="0" algn="l">
              <a:lnSpc>
                <a:spcPct val="150000"/>
              </a:lnSpc>
              <a:spcBef>
                <a:spcPts val="0"/>
              </a:spcBef>
              <a:spcAft>
                <a:spcPts val="0"/>
              </a:spcAft>
              <a:buClr>
                <a:srgbClr val="797979"/>
              </a:buClr>
              <a:buSzPts val="1200"/>
              <a:buFont typeface="Inter Medium"/>
              <a:buChar char="○"/>
            </a:pPr>
            <a:r>
              <a:rPr lang="en" sz="1200">
                <a:solidFill>
                  <a:srgbClr val="797979"/>
                </a:solidFill>
                <a:latin typeface="Inter Medium"/>
                <a:ea typeface="Inter Medium"/>
                <a:cs typeface="Inter Medium"/>
                <a:sym typeface="Inter Medium"/>
              </a:rPr>
              <a:t>Flows new Designs and Behaviors</a:t>
            </a:r>
            <a:endParaRPr sz="1200">
              <a:solidFill>
                <a:srgbClr val="797979"/>
              </a:solidFill>
              <a:latin typeface="Inter Medium"/>
              <a:ea typeface="Inter Medium"/>
              <a:cs typeface="Inter Medium"/>
              <a:sym typeface="Inter Medium"/>
            </a:endParaRPr>
          </a:p>
          <a:p>
            <a:pPr indent="-304800" lvl="1" marL="914400" rtl="0" algn="l">
              <a:lnSpc>
                <a:spcPct val="150000"/>
              </a:lnSpc>
              <a:spcBef>
                <a:spcPts val="0"/>
              </a:spcBef>
              <a:spcAft>
                <a:spcPts val="0"/>
              </a:spcAft>
              <a:buClr>
                <a:srgbClr val="797979"/>
              </a:buClr>
              <a:buSzPts val="1200"/>
              <a:buFont typeface="Inter Medium"/>
              <a:buChar char="○"/>
            </a:pPr>
            <a:r>
              <a:rPr lang="en" sz="1200">
                <a:solidFill>
                  <a:srgbClr val="8E36F5"/>
                </a:solidFill>
                <a:latin typeface="Inter Medium"/>
                <a:ea typeface="Inter Medium"/>
                <a:cs typeface="Inter Medium"/>
                <a:sym typeface="Inter Medium"/>
              </a:rPr>
              <a:t>New Analytics Design </a:t>
            </a:r>
            <a:endParaRPr sz="1200">
              <a:solidFill>
                <a:srgbClr val="797979"/>
              </a:solidFill>
              <a:latin typeface="Inter Medium"/>
              <a:ea typeface="Inter Medium"/>
              <a:cs typeface="Inter Medium"/>
              <a:sym typeface="Inter Medium"/>
            </a:endParaRPr>
          </a:p>
          <a:p>
            <a:pPr indent="-304800" lvl="0" marL="457200" rtl="0" algn="l">
              <a:lnSpc>
                <a:spcPct val="150000"/>
              </a:lnSpc>
              <a:spcBef>
                <a:spcPts val="0"/>
              </a:spcBef>
              <a:spcAft>
                <a:spcPts val="0"/>
              </a:spcAft>
              <a:buClr>
                <a:srgbClr val="797979"/>
              </a:buClr>
              <a:buSzPts val="1200"/>
              <a:buFont typeface="Inter Medium"/>
              <a:buChar char="●"/>
            </a:pPr>
            <a:r>
              <a:rPr lang="en" sz="1200">
                <a:solidFill>
                  <a:srgbClr val="797979"/>
                </a:solidFill>
                <a:latin typeface="Inter Medium"/>
                <a:ea typeface="Inter Medium"/>
                <a:cs typeface="Inter Medium"/>
                <a:sym typeface="Inter Medium"/>
              </a:rPr>
              <a:t>Revamp UX and UI on Flows Embed code  </a:t>
            </a:r>
            <a:endParaRPr sz="1200">
              <a:solidFill>
                <a:srgbClr val="797979"/>
              </a:solidFill>
              <a:latin typeface="Inter Medium"/>
              <a:ea typeface="Inter Medium"/>
              <a:cs typeface="Inter Medium"/>
              <a:sym typeface="Inter Medium"/>
            </a:endParaRPr>
          </a:p>
          <a:p>
            <a:pPr indent="-304800" lvl="0" marL="457200" rtl="0" algn="l">
              <a:lnSpc>
                <a:spcPct val="150000"/>
              </a:lnSpc>
              <a:spcBef>
                <a:spcPts val="0"/>
              </a:spcBef>
              <a:spcAft>
                <a:spcPts val="0"/>
              </a:spcAft>
              <a:buClr>
                <a:srgbClr val="797979"/>
              </a:buClr>
              <a:buSzPts val="1200"/>
              <a:buFont typeface="Inter Medium"/>
              <a:buChar char="●"/>
            </a:pPr>
            <a:r>
              <a:rPr lang="en" sz="1200">
                <a:solidFill>
                  <a:srgbClr val="797979"/>
                </a:solidFill>
                <a:latin typeface="Inter Medium"/>
                <a:ea typeface="Inter Medium"/>
                <a:cs typeface="Inter Medium"/>
                <a:sym typeface="Inter Medium"/>
              </a:rPr>
              <a:t>Ratings and Reviews further development </a:t>
            </a:r>
            <a:endParaRPr sz="1200">
              <a:solidFill>
                <a:srgbClr val="797979"/>
              </a:solidFill>
              <a:latin typeface="Inter Medium"/>
              <a:ea typeface="Inter Medium"/>
              <a:cs typeface="Inter Medium"/>
              <a:sym typeface="Inter Medium"/>
            </a:endParaRPr>
          </a:p>
          <a:p>
            <a:pPr indent="-304800" lvl="1" marL="914400" rtl="0" algn="l">
              <a:lnSpc>
                <a:spcPct val="150000"/>
              </a:lnSpc>
              <a:spcBef>
                <a:spcPts val="0"/>
              </a:spcBef>
              <a:spcAft>
                <a:spcPts val="0"/>
              </a:spcAft>
              <a:buClr>
                <a:srgbClr val="797979"/>
              </a:buClr>
              <a:buSzPts val="1200"/>
              <a:buFont typeface="Inter Medium"/>
              <a:buChar char="○"/>
            </a:pPr>
            <a:r>
              <a:rPr lang="en" sz="1200">
                <a:solidFill>
                  <a:srgbClr val="797979"/>
                </a:solidFill>
                <a:latin typeface="Inter Medium"/>
                <a:ea typeface="Inter Medium"/>
                <a:cs typeface="Inter Medium"/>
                <a:sym typeface="Inter Medium"/>
              </a:rPr>
              <a:t>Replying reviews </a:t>
            </a:r>
            <a:endParaRPr sz="1200">
              <a:solidFill>
                <a:srgbClr val="797979"/>
              </a:solidFill>
              <a:latin typeface="Inter Medium"/>
              <a:ea typeface="Inter Medium"/>
              <a:cs typeface="Inter Medium"/>
              <a:sym typeface="Inter Medium"/>
            </a:endParaRPr>
          </a:p>
          <a:p>
            <a:pPr indent="-304800" lvl="1" marL="914400" rtl="0" algn="l">
              <a:lnSpc>
                <a:spcPct val="150000"/>
              </a:lnSpc>
              <a:spcBef>
                <a:spcPts val="0"/>
              </a:spcBef>
              <a:spcAft>
                <a:spcPts val="0"/>
              </a:spcAft>
              <a:buClr>
                <a:srgbClr val="797979"/>
              </a:buClr>
              <a:buSzPts val="1200"/>
              <a:buFont typeface="Inter Medium"/>
              <a:buChar char="○"/>
            </a:pPr>
            <a:r>
              <a:rPr lang="en" sz="1200">
                <a:solidFill>
                  <a:srgbClr val="797979"/>
                </a:solidFill>
                <a:latin typeface="Inter Medium"/>
                <a:ea typeface="Inter Medium"/>
                <a:cs typeface="Inter Medium"/>
                <a:sym typeface="Inter Medium"/>
              </a:rPr>
              <a:t>Adding images to the reviews </a:t>
            </a:r>
            <a:endParaRPr sz="1200">
              <a:solidFill>
                <a:srgbClr val="797979"/>
              </a:solidFill>
              <a:latin typeface="Inter Medium"/>
              <a:ea typeface="Inter Medium"/>
              <a:cs typeface="Inter Medium"/>
              <a:sym typeface="Inter Medium"/>
            </a:endParaRPr>
          </a:p>
        </p:txBody>
      </p:sp>
      <p:pic>
        <p:nvPicPr>
          <p:cNvPr id="285" name="Google Shape;285;p34"/>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86" name="Google Shape;286;p34"/>
          <p:cNvSpPr/>
          <p:nvPr/>
        </p:nvSpPr>
        <p:spPr>
          <a:xfrm>
            <a:off x="75" y="100"/>
            <a:ext cx="9144000" cy="8376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7" name="Google Shape;287;p34"/>
          <p:cNvSpPr txBox="1"/>
          <p:nvPr>
            <p:ph type="ctrTitle"/>
          </p:nvPr>
        </p:nvSpPr>
        <p:spPr>
          <a:xfrm>
            <a:off x="291325" y="49100"/>
            <a:ext cx="22257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Roadmap 2025</a:t>
            </a:r>
            <a:endParaRPr sz="1600">
              <a:solidFill>
                <a:schemeClr val="lt1"/>
              </a:solidFill>
              <a:latin typeface="Inter"/>
              <a:ea typeface="Inter"/>
              <a:cs typeface="Inter"/>
              <a:sym typeface="Inter"/>
            </a:endParaRPr>
          </a:p>
        </p:txBody>
      </p:sp>
      <p:sp>
        <p:nvSpPr>
          <p:cNvPr id="288" name="Google Shape;288;p34"/>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16</a:t>
            </a:r>
            <a:endParaRPr b="1" sz="600">
              <a:solidFill>
                <a:srgbClr val="8942F0"/>
              </a:solidFill>
              <a:latin typeface="Inter"/>
              <a:ea typeface="Inter"/>
              <a:cs typeface="Inter"/>
              <a:sym typeface="Inter"/>
            </a:endParaRPr>
          </a:p>
        </p:txBody>
      </p:sp>
      <p:sp>
        <p:nvSpPr>
          <p:cNvPr id="289" name="Google Shape;289;p34"/>
          <p:cNvSpPr txBox="1"/>
          <p:nvPr>
            <p:ph type="ctrTitle"/>
          </p:nvPr>
        </p:nvSpPr>
        <p:spPr>
          <a:xfrm>
            <a:off x="291325" y="459375"/>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F2F2F2"/>
                </a:solidFill>
                <a:latin typeface="Inter"/>
                <a:ea typeface="Inter"/>
                <a:cs typeface="Inter"/>
                <a:sym typeface="Inter"/>
              </a:rPr>
              <a:t>Our goals for next year - What’s coming next?</a:t>
            </a:r>
            <a:endParaRPr i="1" sz="1000">
              <a:solidFill>
                <a:srgbClr val="F2F2F2"/>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pic>
        <p:nvPicPr>
          <p:cNvPr id="294" name="Google Shape;294;p35"/>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95" name="Google Shape;295;p35"/>
          <p:cNvSpPr/>
          <p:nvPr/>
        </p:nvSpPr>
        <p:spPr>
          <a:xfrm>
            <a:off x="75" y="100"/>
            <a:ext cx="9144000" cy="8376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6" name="Google Shape;296;p35"/>
          <p:cNvSpPr txBox="1"/>
          <p:nvPr>
            <p:ph type="ctrTitle"/>
          </p:nvPr>
        </p:nvSpPr>
        <p:spPr>
          <a:xfrm>
            <a:off x="291325" y="49100"/>
            <a:ext cx="5203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Flow New Designs and Behaviors</a:t>
            </a:r>
            <a:endParaRPr sz="1600">
              <a:solidFill>
                <a:schemeClr val="lt1"/>
              </a:solidFill>
              <a:latin typeface="Inter"/>
              <a:ea typeface="Inter"/>
              <a:cs typeface="Inter"/>
              <a:sym typeface="Inter"/>
            </a:endParaRPr>
          </a:p>
        </p:txBody>
      </p:sp>
      <p:sp>
        <p:nvSpPr>
          <p:cNvPr id="297" name="Google Shape;297;p35"/>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16</a:t>
            </a:r>
            <a:endParaRPr b="1" sz="600">
              <a:solidFill>
                <a:srgbClr val="8942F0"/>
              </a:solidFill>
              <a:latin typeface="Inter"/>
              <a:ea typeface="Inter"/>
              <a:cs typeface="Inter"/>
              <a:sym typeface="Inter"/>
            </a:endParaRPr>
          </a:p>
        </p:txBody>
      </p:sp>
      <p:pic>
        <p:nvPicPr>
          <p:cNvPr id="298" name="Google Shape;298;p35" title="widgets v2.gif"/>
          <p:cNvPicPr preferRelativeResize="0"/>
          <p:nvPr/>
        </p:nvPicPr>
        <p:blipFill>
          <a:blip r:embed="rId4">
            <a:alphaModFix/>
          </a:blip>
          <a:stretch>
            <a:fillRect/>
          </a:stretch>
        </p:blipFill>
        <p:spPr>
          <a:xfrm>
            <a:off x="1358125" y="990100"/>
            <a:ext cx="6388822" cy="4001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6"/>
          <p:cNvSpPr/>
          <p:nvPr/>
        </p:nvSpPr>
        <p:spPr>
          <a:xfrm>
            <a:off x="75" y="100"/>
            <a:ext cx="9144000" cy="8376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04" name="Google Shape;304;p36"/>
          <p:cNvPicPr preferRelativeResize="0"/>
          <p:nvPr/>
        </p:nvPicPr>
        <p:blipFill>
          <a:blip r:embed="rId3">
            <a:alphaModFix/>
          </a:blip>
          <a:stretch>
            <a:fillRect/>
          </a:stretch>
        </p:blipFill>
        <p:spPr>
          <a:xfrm>
            <a:off x="8557100" y="4511966"/>
            <a:ext cx="547200" cy="114912"/>
          </a:xfrm>
          <a:prstGeom prst="rect">
            <a:avLst/>
          </a:prstGeom>
          <a:noFill/>
          <a:ln>
            <a:noFill/>
          </a:ln>
        </p:spPr>
      </p:pic>
      <p:sp>
        <p:nvSpPr>
          <p:cNvPr id="305" name="Google Shape;305;p36"/>
          <p:cNvSpPr txBox="1"/>
          <p:nvPr>
            <p:ph type="ctrTitle"/>
          </p:nvPr>
        </p:nvSpPr>
        <p:spPr>
          <a:xfrm>
            <a:off x="291325" y="112000"/>
            <a:ext cx="22257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TikTok Collection</a:t>
            </a:r>
            <a:endParaRPr sz="1600">
              <a:solidFill>
                <a:schemeClr val="lt1"/>
              </a:solidFill>
              <a:latin typeface="Inter"/>
              <a:ea typeface="Inter"/>
              <a:cs typeface="Inter"/>
              <a:sym typeface="Inter"/>
            </a:endParaRPr>
          </a:p>
        </p:txBody>
      </p:sp>
      <p:sp>
        <p:nvSpPr>
          <p:cNvPr id="306" name="Google Shape;306;p36"/>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11</a:t>
            </a:r>
            <a:endParaRPr b="1" sz="600">
              <a:solidFill>
                <a:srgbClr val="8942F0"/>
              </a:solidFill>
              <a:latin typeface="Inter"/>
              <a:ea typeface="Inter"/>
              <a:cs typeface="Inter"/>
              <a:sym typeface="Inter"/>
            </a:endParaRPr>
          </a:p>
        </p:txBody>
      </p:sp>
      <p:sp>
        <p:nvSpPr>
          <p:cNvPr id="307" name="Google Shape;307;p36"/>
          <p:cNvSpPr txBox="1"/>
          <p:nvPr>
            <p:ph type="ctrTitle"/>
          </p:nvPr>
        </p:nvSpPr>
        <p:spPr>
          <a:xfrm>
            <a:off x="291325" y="497975"/>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F2F2F2"/>
                </a:solidFill>
                <a:latin typeface="Inter"/>
                <a:ea typeface="Inter"/>
                <a:cs typeface="Inter"/>
                <a:sym typeface="Inter"/>
              </a:rPr>
              <a:t>Add-on</a:t>
            </a:r>
            <a:endParaRPr i="1" sz="1000">
              <a:solidFill>
                <a:srgbClr val="F2F2F2"/>
              </a:solidFill>
              <a:latin typeface="Inter"/>
              <a:ea typeface="Inter"/>
              <a:cs typeface="Inter"/>
              <a:sym typeface="Inter"/>
            </a:endParaRPr>
          </a:p>
        </p:txBody>
      </p:sp>
      <p:sp>
        <p:nvSpPr>
          <p:cNvPr id="308" name="Google Shape;308;p36"/>
          <p:cNvSpPr/>
          <p:nvPr/>
        </p:nvSpPr>
        <p:spPr>
          <a:xfrm>
            <a:off x="75" y="837700"/>
            <a:ext cx="5289600" cy="43059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9" name="Google Shape;309;p36"/>
          <p:cNvSpPr txBox="1"/>
          <p:nvPr>
            <p:ph type="ctrTitle"/>
          </p:nvPr>
        </p:nvSpPr>
        <p:spPr>
          <a:xfrm>
            <a:off x="182925" y="970700"/>
            <a:ext cx="4923900" cy="3743700"/>
          </a:xfrm>
          <a:prstGeom prst="rect">
            <a:avLst/>
          </a:prstGeom>
        </p:spPr>
        <p:txBody>
          <a:bodyPr anchorCtr="0" anchor="t" bIns="91425" lIns="91425" spcFirstLastPara="1" rIns="91425" wrap="square" tIns="91425">
            <a:normAutofit fontScale="90000"/>
          </a:bodyPr>
          <a:lstStyle/>
          <a:p>
            <a:pPr indent="0" lvl="0" marL="0" rtl="0" algn="l">
              <a:lnSpc>
                <a:spcPct val="150000"/>
              </a:lnSpc>
              <a:spcBef>
                <a:spcPts val="0"/>
              </a:spcBef>
              <a:spcAft>
                <a:spcPts val="0"/>
              </a:spcAft>
              <a:buNone/>
            </a:pPr>
            <a:r>
              <a:rPr lang="en" sz="1050">
                <a:solidFill>
                  <a:srgbClr val="797979"/>
                </a:solidFill>
                <a:latin typeface="Inter Medium"/>
                <a:ea typeface="Inter Medium"/>
                <a:cs typeface="Inter Medium"/>
                <a:sym typeface="Inter Medium"/>
              </a:rPr>
              <a:t>You can connect TikTok content to your product catalog and showcase it in your Flows and galleries, just like with other social media platforms. Once your TikTok account is connected to Flowbox, you can start collecting content in two ways:</a:t>
            </a:r>
            <a:endParaRPr sz="1050">
              <a:solidFill>
                <a:srgbClr val="797979"/>
              </a:solidFill>
              <a:latin typeface="Inter Medium"/>
              <a:ea typeface="Inter Medium"/>
              <a:cs typeface="Inter Medium"/>
              <a:sym typeface="Inter Medium"/>
            </a:endParaRPr>
          </a:p>
          <a:p>
            <a:pPr indent="-288608" lvl="0" marL="457200" rtl="0" algn="l">
              <a:lnSpc>
                <a:spcPct val="150000"/>
              </a:lnSpc>
              <a:spcBef>
                <a:spcPts val="0"/>
              </a:spcBef>
              <a:spcAft>
                <a:spcPts val="0"/>
              </a:spcAft>
              <a:buClr>
                <a:srgbClr val="797979"/>
              </a:buClr>
              <a:buSzPct val="100000"/>
              <a:buFont typeface="Inter Medium"/>
              <a:buAutoNum type="arabicPeriod"/>
            </a:pPr>
            <a:r>
              <a:rPr lang="en" sz="1050">
                <a:solidFill>
                  <a:srgbClr val="8E37F5"/>
                </a:solidFill>
                <a:latin typeface="Inter Medium"/>
                <a:ea typeface="Inter Medium"/>
                <a:cs typeface="Inter Medium"/>
                <a:sym typeface="Inter Medium"/>
              </a:rPr>
              <a:t>Username Source Type</a:t>
            </a:r>
            <a:r>
              <a:rPr lang="en" sz="1050">
                <a:solidFill>
                  <a:srgbClr val="797979"/>
                </a:solidFill>
                <a:latin typeface="Inter Medium"/>
                <a:ea typeface="Inter Medium"/>
                <a:cs typeface="Inter Medium"/>
                <a:sym typeface="Inter Medium"/>
              </a:rPr>
              <a:t>: Gather content that you have posted.</a:t>
            </a:r>
            <a:endParaRPr sz="1050">
              <a:solidFill>
                <a:srgbClr val="797979"/>
              </a:solidFill>
              <a:latin typeface="Inter Medium"/>
              <a:ea typeface="Inter Medium"/>
              <a:cs typeface="Inter Medium"/>
              <a:sym typeface="Inter Medium"/>
            </a:endParaRPr>
          </a:p>
          <a:p>
            <a:pPr indent="-288608" lvl="0" marL="457200" rtl="0" algn="l">
              <a:lnSpc>
                <a:spcPct val="150000"/>
              </a:lnSpc>
              <a:spcBef>
                <a:spcPts val="0"/>
              </a:spcBef>
              <a:spcAft>
                <a:spcPts val="0"/>
              </a:spcAft>
              <a:buClr>
                <a:srgbClr val="797979"/>
              </a:buClr>
              <a:buSzPct val="100000"/>
              <a:buFont typeface="Inter Medium"/>
              <a:buAutoNum type="arabicPeriod"/>
            </a:pPr>
            <a:r>
              <a:rPr lang="en" sz="1050">
                <a:solidFill>
                  <a:srgbClr val="8E37F5"/>
                </a:solidFill>
                <a:latin typeface="Inter Medium"/>
                <a:ea typeface="Inter Medium"/>
                <a:cs typeface="Inter Medium"/>
                <a:sym typeface="Inter Medium"/>
              </a:rPr>
              <a:t>Chrome Extension</a:t>
            </a:r>
            <a:r>
              <a:rPr lang="en" sz="1050">
                <a:solidFill>
                  <a:srgbClr val="797979"/>
                </a:solidFill>
                <a:latin typeface="Inter Medium"/>
                <a:ea typeface="Inter Medium"/>
                <a:cs typeface="Inter Medium"/>
                <a:sym typeface="Inter Medium"/>
              </a:rPr>
              <a:t>: Collect content from other creators using the URL/Chrome extension.</a:t>
            </a:r>
            <a:endParaRPr sz="1050">
              <a:solidFill>
                <a:srgbClr val="797979"/>
              </a:solidFill>
              <a:latin typeface="Inter Medium"/>
              <a:ea typeface="Inter Medium"/>
              <a:cs typeface="Inter Medium"/>
              <a:sym typeface="Inter Medium"/>
            </a:endParaRPr>
          </a:p>
          <a:p>
            <a:pPr indent="0" lvl="0" marL="457200" rtl="0" algn="l">
              <a:lnSpc>
                <a:spcPct val="150000"/>
              </a:lnSpc>
              <a:spcBef>
                <a:spcPts val="0"/>
              </a:spcBef>
              <a:spcAft>
                <a:spcPts val="0"/>
              </a:spcAft>
              <a:buNone/>
            </a:pPr>
            <a:r>
              <a:t/>
            </a:r>
            <a:endParaRPr sz="606">
              <a:solidFill>
                <a:srgbClr val="797979"/>
              </a:solidFill>
              <a:latin typeface="Inter Medium"/>
              <a:ea typeface="Inter Medium"/>
              <a:cs typeface="Inter Medium"/>
              <a:sym typeface="Inter Medium"/>
            </a:endParaRPr>
          </a:p>
          <a:p>
            <a:pPr indent="0" lvl="0" marL="0" rtl="0" algn="l">
              <a:lnSpc>
                <a:spcPct val="150000"/>
              </a:lnSpc>
              <a:spcBef>
                <a:spcPts val="0"/>
              </a:spcBef>
              <a:spcAft>
                <a:spcPts val="0"/>
              </a:spcAft>
              <a:buNone/>
            </a:pPr>
            <a:r>
              <a:rPr lang="en" sz="1050">
                <a:solidFill>
                  <a:srgbClr val="797979"/>
                </a:solidFill>
                <a:latin typeface="Inter Medium"/>
                <a:ea typeface="Inter Medium"/>
                <a:cs typeface="Inter Medium"/>
                <a:sym typeface="Inter Medium"/>
              </a:rPr>
              <a:t>What are the benefits?</a:t>
            </a:r>
            <a:endParaRPr sz="1050">
              <a:solidFill>
                <a:srgbClr val="797979"/>
              </a:solidFill>
              <a:latin typeface="Inter Medium"/>
              <a:ea typeface="Inter Medium"/>
              <a:cs typeface="Inter Medium"/>
              <a:sym typeface="Inter Medium"/>
            </a:endParaRPr>
          </a:p>
          <a:p>
            <a:pPr indent="-288608" lvl="0" marL="457200" rtl="0" algn="l">
              <a:lnSpc>
                <a:spcPct val="150000"/>
              </a:lnSpc>
              <a:spcBef>
                <a:spcPts val="0"/>
              </a:spcBef>
              <a:spcAft>
                <a:spcPts val="0"/>
              </a:spcAft>
              <a:buSzPct val="100000"/>
              <a:buFont typeface="Inter Medium"/>
              <a:buChar char="●"/>
            </a:pPr>
            <a:r>
              <a:rPr lang="en" sz="1050">
                <a:solidFill>
                  <a:srgbClr val="8E37F5"/>
                </a:solidFill>
                <a:latin typeface="Inter Medium"/>
                <a:ea typeface="Inter Medium"/>
                <a:cs typeface="Inter Medium"/>
                <a:sym typeface="Inter Medium"/>
              </a:rPr>
              <a:t>Streamlined Content Management: </a:t>
            </a:r>
            <a:r>
              <a:rPr lang="en" sz="1050">
                <a:solidFill>
                  <a:srgbClr val="797979"/>
                </a:solidFill>
                <a:latin typeface="Inter Medium"/>
                <a:ea typeface="Inter Medium"/>
                <a:cs typeface="Inter Medium"/>
                <a:sym typeface="Inter Medium"/>
              </a:rPr>
              <a:t>Automatically organise and moderate collected content.</a:t>
            </a:r>
            <a:endParaRPr sz="1050">
              <a:solidFill>
                <a:srgbClr val="797979"/>
              </a:solidFill>
              <a:latin typeface="Inter Medium"/>
              <a:ea typeface="Inter Medium"/>
              <a:cs typeface="Inter Medium"/>
              <a:sym typeface="Inter Medium"/>
            </a:endParaRPr>
          </a:p>
          <a:p>
            <a:pPr indent="-288608" lvl="0" marL="457200" rtl="0" algn="l">
              <a:lnSpc>
                <a:spcPct val="150000"/>
              </a:lnSpc>
              <a:spcBef>
                <a:spcPts val="0"/>
              </a:spcBef>
              <a:spcAft>
                <a:spcPts val="0"/>
              </a:spcAft>
              <a:buSzPct val="100000"/>
              <a:buFont typeface="Inter Medium"/>
              <a:buChar char="●"/>
            </a:pPr>
            <a:r>
              <a:rPr lang="en" sz="1050">
                <a:solidFill>
                  <a:srgbClr val="8E37F5"/>
                </a:solidFill>
                <a:latin typeface="Inter Medium"/>
                <a:ea typeface="Inter Medium"/>
                <a:cs typeface="Inter Medium"/>
                <a:sym typeface="Inter Medium"/>
              </a:rPr>
              <a:t>Enhanced Engagement:</a:t>
            </a:r>
            <a:r>
              <a:rPr lang="en" sz="1050">
                <a:solidFill>
                  <a:srgbClr val="797979"/>
                </a:solidFill>
                <a:latin typeface="Inter Medium"/>
                <a:ea typeface="Inter Medium"/>
                <a:cs typeface="Inter Medium"/>
                <a:sym typeface="Inter Medium"/>
              </a:rPr>
              <a:t> Tap into TikTok’s highly engaging UGC.</a:t>
            </a:r>
            <a:endParaRPr sz="1050">
              <a:solidFill>
                <a:srgbClr val="797979"/>
              </a:solidFill>
              <a:latin typeface="Inter Medium"/>
              <a:ea typeface="Inter Medium"/>
              <a:cs typeface="Inter Medium"/>
              <a:sym typeface="Inter Medium"/>
            </a:endParaRPr>
          </a:p>
          <a:p>
            <a:pPr indent="-288608" lvl="0" marL="457200" rtl="0" algn="l">
              <a:lnSpc>
                <a:spcPct val="150000"/>
              </a:lnSpc>
              <a:spcBef>
                <a:spcPts val="0"/>
              </a:spcBef>
              <a:spcAft>
                <a:spcPts val="0"/>
              </a:spcAft>
              <a:buSzPct val="100000"/>
              <a:buFont typeface="Inter Medium"/>
              <a:buChar char="●"/>
            </a:pPr>
            <a:r>
              <a:rPr lang="en" sz="1050">
                <a:solidFill>
                  <a:srgbClr val="8E37F5"/>
                </a:solidFill>
                <a:latin typeface="Inter Medium"/>
                <a:ea typeface="Inter Medium"/>
                <a:cs typeface="Inter Medium"/>
                <a:sym typeface="Inter Medium"/>
              </a:rPr>
              <a:t>Effortless Integration:</a:t>
            </a:r>
            <a:r>
              <a:rPr lang="en" sz="1050">
                <a:solidFill>
                  <a:srgbClr val="797979"/>
                </a:solidFill>
                <a:latin typeface="Inter Medium"/>
                <a:ea typeface="Inter Medium"/>
                <a:cs typeface="Inter Medium"/>
                <a:sym typeface="Inter Medium"/>
              </a:rPr>
              <a:t> Easy connection of your TikTok account to Flowbox.</a:t>
            </a:r>
            <a:endParaRPr sz="1050">
              <a:solidFill>
                <a:srgbClr val="797979"/>
              </a:solidFill>
              <a:latin typeface="Inter Medium"/>
              <a:ea typeface="Inter Medium"/>
              <a:cs typeface="Inter Medium"/>
              <a:sym typeface="Inter Medium"/>
            </a:endParaRPr>
          </a:p>
          <a:p>
            <a:pPr indent="-288608" lvl="0" marL="457200" rtl="0" algn="l">
              <a:lnSpc>
                <a:spcPct val="150000"/>
              </a:lnSpc>
              <a:spcBef>
                <a:spcPts val="0"/>
              </a:spcBef>
              <a:spcAft>
                <a:spcPts val="0"/>
              </a:spcAft>
              <a:buSzPct val="100000"/>
              <a:buFont typeface="Inter Medium"/>
              <a:buChar char="●"/>
            </a:pPr>
            <a:r>
              <a:rPr lang="en" sz="1050">
                <a:solidFill>
                  <a:srgbClr val="8E37F5"/>
                </a:solidFill>
                <a:latin typeface="Inter Medium"/>
                <a:ea typeface="Inter Medium"/>
                <a:cs typeface="Inter Medium"/>
                <a:sym typeface="Inter Medium"/>
              </a:rPr>
              <a:t>Diverse Content Sources: </a:t>
            </a:r>
            <a:r>
              <a:rPr lang="en" sz="1050">
                <a:solidFill>
                  <a:srgbClr val="797979"/>
                </a:solidFill>
                <a:latin typeface="Inter Medium"/>
                <a:ea typeface="Inter Medium"/>
                <a:cs typeface="Inter Medium"/>
                <a:sym typeface="Inter Medium"/>
              </a:rPr>
              <a:t>Gather your own posts and content from other creators.</a:t>
            </a:r>
            <a:endParaRPr sz="1050">
              <a:solidFill>
                <a:srgbClr val="797979"/>
              </a:solidFill>
              <a:latin typeface="Inter Medium"/>
              <a:ea typeface="Inter Medium"/>
              <a:cs typeface="Inter Medium"/>
              <a:sym typeface="Inter Medium"/>
            </a:endParaRPr>
          </a:p>
          <a:p>
            <a:pPr indent="-288608" lvl="0" marL="457200" rtl="0" algn="l">
              <a:lnSpc>
                <a:spcPct val="150000"/>
              </a:lnSpc>
              <a:spcBef>
                <a:spcPts val="0"/>
              </a:spcBef>
              <a:spcAft>
                <a:spcPts val="0"/>
              </a:spcAft>
              <a:buSzPct val="100000"/>
              <a:buFont typeface="Inter Medium"/>
              <a:buChar char="●"/>
            </a:pPr>
            <a:r>
              <a:rPr lang="en" sz="1050">
                <a:solidFill>
                  <a:srgbClr val="8E37F5"/>
                </a:solidFill>
                <a:latin typeface="Inter Medium"/>
                <a:ea typeface="Inter Medium"/>
                <a:cs typeface="Inter Medium"/>
                <a:sym typeface="Inter Medium"/>
              </a:rPr>
              <a:t>Duplicate Prevention: </a:t>
            </a:r>
            <a:r>
              <a:rPr lang="en" sz="1050">
                <a:solidFill>
                  <a:srgbClr val="797979"/>
                </a:solidFill>
                <a:latin typeface="Inter Medium"/>
                <a:ea typeface="Inter Medium"/>
                <a:cs typeface="Inter Medium"/>
                <a:sym typeface="Inter Medium"/>
              </a:rPr>
              <a:t>Avoid collecting the same content multiple times.</a:t>
            </a:r>
            <a:endParaRPr sz="1050">
              <a:solidFill>
                <a:srgbClr val="797979"/>
              </a:solidFill>
              <a:latin typeface="Inter Medium"/>
              <a:ea typeface="Inter Medium"/>
              <a:cs typeface="Inter Medium"/>
              <a:sym typeface="Inter Medium"/>
            </a:endParaRPr>
          </a:p>
          <a:p>
            <a:pPr indent="-288608" lvl="0" marL="457200" rtl="0" algn="l">
              <a:lnSpc>
                <a:spcPct val="150000"/>
              </a:lnSpc>
              <a:spcBef>
                <a:spcPts val="0"/>
              </a:spcBef>
              <a:spcAft>
                <a:spcPts val="0"/>
              </a:spcAft>
              <a:buSzPct val="100000"/>
              <a:buFont typeface="Inter Medium"/>
              <a:buChar char="●"/>
            </a:pPr>
            <a:r>
              <a:rPr lang="en" sz="1050">
                <a:solidFill>
                  <a:srgbClr val="8E37F5"/>
                </a:solidFill>
                <a:latin typeface="Inter Medium"/>
                <a:ea typeface="Inter Medium"/>
                <a:cs typeface="Inter Medium"/>
                <a:sym typeface="Inter Medium"/>
              </a:rPr>
              <a:t>Improved Brand Visibility:</a:t>
            </a:r>
            <a:r>
              <a:rPr lang="en" sz="1050">
                <a:solidFill>
                  <a:srgbClr val="797979"/>
                </a:solidFill>
                <a:latin typeface="Inter Medium"/>
                <a:ea typeface="Inter Medium"/>
                <a:cs typeface="Inter Medium"/>
                <a:sym typeface="Inter Medium"/>
              </a:rPr>
              <a:t> Leverage TikTok’s influence to boost brand discovery and sales.</a:t>
            </a:r>
            <a:endParaRPr sz="1050">
              <a:solidFill>
                <a:srgbClr val="797979"/>
              </a:solidFill>
              <a:latin typeface="Inter Medium"/>
              <a:ea typeface="Inter Medium"/>
              <a:cs typeface="Inter Medium"/>
              <a:sym typeface="Inter Medium"/>
            </a:endParaRPr>
          </a:p>
          <a:p>
            <a:pPr indent="0" lvl="0" marL="0" rtl="0" algn="l">
              <a:lnSpc>
                <a:spcPct val="150000"/>
              </a:lnSpc>
              <a:spcBef>
                <a:spcPts val="0"/>
              </a:spcBef>
              <a:spcAft>
                <a:spcPts val="0"/>
              </a:spcAft>
              <a:buNone/>
            </a:pPr>
            <a:r>
              <a:t/>
            </a:r>
            <a:endParaRPr sz="1050">
              <a:solidFill>
                <a:srgbClr val="797979"/>
              </a:solidFill>
              <a:latin typeface="Inter Medium"/>
              <a:ea typeface="Inter Medium"/>
              <a:cs typeface="Inter Medium"/>
              <a:sym typeface="Inter Medium"/>
            </a:endParaRPr>
          </a:p>
        </p:txBody>
      </p:sp>
      <p:pic>
        <p:nvPicPr>
          <p:cNvPr id="310" name="Google Shape;310;p36"/>
          <p:cNvPicPr preferRelativeResize="0"/>
          <p:nvPr/>
        </p:nvPicPr>
        <p:blipFill>
          <a:blip r:embed="rId4">
            <a:alphaModFix/>
          </a:blip>
          <a:stretch>
            <a:fillRect/>
          </a:stretch>
        </p:blipFill>
        <p:spPr>
          <a:xfrm>
            <a:off x="5618400" y="877079"/>
            <a:ext cx="2180700" cy="1914501"/>
          </a:xfrm>
          <a:prstGeom prst="rect">
            <a:avLst/>
          </a:prstGeom>
          <a:noFill/>
          <a:ln>
            <a:noFill/>
          </a:ln>
        </p:spPr>
      </p:pic>
      <p:sp>
        <p:nvSpPr>
          <p:cNvPr id="311" name="Google Shape;311;p36"/>
          <p:cNvSpPr/>
          <p:nvPr/>
        </p:nvSpPr>
        <p:spPr>
          <a:xfrm>
            <a:off x="0" y="4730525"/>
            <a:ext cx="9144000" cy="424200"/>
          </a:xfrm>
          <a:prstGeom prst="rect">
            <a:avLst/>
          </a:prstGeom>
          <a:solidFill>
            <a:srgbClr val="FFFFF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6"/>
          <p:cNvSpPr txBox="1"/>
          <p:nvPr/>
        </p:nvSpPr>
        <p:spPr>
          <a:xfrm>
            <a:off x="4171113" y="4815375"/>
            <a:ext cx="2107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rgbClr val="0B1F31"/>
                </a:solidFill>
                <a:latin typeface="Inter"/>
                <a:ea typeface="Inter"/>
                <a:cs typeface="Inter"/>
                <a:sym typeface="Inter"/>
              </a:rPr>
              <a:t>Brands worldwide use Flowbox: </a:t>
            </a:r>
            <a:endParaRPr b="1" sz="800">
              <a:solidFill>
                <a:srgbClr val="0B1F31"/>
              </a:solidFill>
              <a:latin typeface="Inter"/>
              <a:ea typeface="Inter"/>
              <a:cs typeface="Inter"/>
              <a:sym typeface="Inter"/>
            </a:endParaRPr>
          </a:p>
        </p:txBody>
      </p:sp>
      <p:pic>
        <p:nvPicPr>
          <p:cNvPr id="313" name="Google Shape;313;p36"/>
          <p:cNvPicPr preferRelativeResize="0"/>
          <p:nvPr/>
        </p:nvPicPr>
        <p:blipFill>
          <a:blip r:embed="rId5">
            <a:alphaModFix/>
          </a:blip>
          <a:stretch>
            <a:fillRect/>
          </a:stretch>
        </p:blipFill>
        <p:spPr>
          <a:xfrm>
            <a:off x="5933800" y="4767087"/>
            <a:ext cx="528350" cy="352250"/>
          </a:xfrm>
          <a:prstGeom prst="rect">
            <a:avLst/>
          </a:prstGeom>
          <a:noFill/>
          <a:ln>
            <a:noFill/>
          </a:ln>
        </p:spPr>
      </p:pic>
      <p:pic>
        <p:nvPicPr>
          <p:cNvPr id="314" name="Google Shape;314;p36"/>
          <p:cNvPicPr preferRelativeResize="0"/>
          <p:nvPr/>
        </p:nvPicPr>
        <p:blipFill>
          <a:blip r:embed="rId6">
            <a:alphaModFix/>
          </a:blip>
          <a:stretch>
            <a:fillRect/>
          </a:stretch>
        </p:blipFill>
        <p:spPr>
          <a:xfrm>
            <a:off x="517325" y="4816010"/>
            <a:ext cx="279000" cy="237145"/>
          </a:xfrm>
          <a:prstGeom prst="rect">
            <a:avLst/>
          </a:prstGeom>
          <a:noFill/>
          <a:ln>
            <a:noFill/>
          </a:ln>
        </p:spPr>
      </p:pic>
      <p:sp>
        <p:nvSpPr>
          <p:cNvPr id="315" name="Google Shape;315;p36"/>
          <p:cNvSpPr txBox="1"/>
          <p:nvPr/>
        </p:nvSpPr>
        <p:spPr>
          <a:xfrm>
            <a:off x="751375" y="4734863"/>
            <a:ext cx="11226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00">
                <a:solidFill>
                  <a:srgbClr val="0B1F31"/>
                </a:solidFill>
                <a:latin typeface="Inter"/>
                <a:ea typeface="Inter"/>
                <a:cs typeface="Inter"/>
                <a:sym typeface="Inter"/>
              </a:rPr>
              <a:t>Flowbox is backed by Viking Venture, the leading Nordic software investor.</a:t>
            </a:r>
            <a:endParaRPr sz="500">
              <a:solidFill>
                <a:srgbClr val="0B1F31"/>
              </a:solidFill>
              <a:latin typeface="Inter"/>
              <a:ea typeface="Inter"/>
              <a:cs typeface="Inter"/>
              <a:sym typeface="Inter"/>
            </a:endParaRPr>
          </a:p>
        </p:txBody>
      </p:sp>
      <p:pic>
        <p:nvPicPr>
          <p:cNvPr id="316" name="Google Shape;316;p36"/>
          <p:cNvPicPr preferRelativeResize="0"/>
          <p:nvPr/>
        </p:nvPicPr>
        <p:blipFill>
          <a:blip r:embed="rId7">
            <a:alphaModFix/>
          </a:blip>
          <a:stretch>
            <a:fillRect/>
          </a:stretch>
        </p:blipFill>
        <p:spPr>
          <a:xfrm>
            <a:off x="1768849" y="4805524"/>
            <a:ext cx="508200" cy="288240"/>
          </a:xfrm>
          <a:prstGeom prst="rect">
            <a:avLst/>
          </a:prstGeom>
          <a:noFill/>
          <a:ln>
            <a:noFill/>
          </a:ln>
        </p:spPr>
      </p:pic>
      <p:pic>
        <p:nvPicPr>
          <p:cNvPr id="317" name="Google Shape;317;p36"/>
          <p:cNvPicPr preferRelativeResize="0"/>
          <p:nvPr/>
        </p:nvPicPr>
        <p:blipFill>
          <a:blip r:embed="rId8">
            <a:alphaModFix/>
          </a:blip>
          <a:stretch>
            <a:fillRect/>
          </a:stretch>
        </p:blipFill>
        <p:spPr>
          <a:xfrm>
            <a:off x="2380075" y="4832088"/>
            <a:ext cx="1061450" cy="234300"/>
          </a:xfrm>
          <a:prstGeom prst="rect">
            <a:avLst/>
          </a:prstGeom>
          <a:noFill/>
          <a:ln>
            <a:noFill/>
          </a:ln>
        </p:spPr>
      </p:pic>
      <p:pic>
        <p:nvPicPr>
          <p:cNvPr id="318" name="Google Shape;318;p36"/>
          <p:cNvPicPr preferRelativeResize="0"/>
          <p:nvPr/>
        </p:nvPicPr>
        <p:blipFill>
          <a:blip r:embed="rId9">
            <a:alphaModFix/>
          </a:blip>
          <a:stretch>
            <a:fillRect/>
          </a:stretch>
        </p:blipFill>
        <p:spPr>
          <a:xfrm>
            <a:off x="7899500" y="4899363"/>
            <a:ext cx="508201" cy="117621"/>
          </a:xfrm>
          <a:prstGeom prst="rect">
            <a:avLst/>
          </a:prstGeom>
          <a:noFill/>
          <a:ln>
            <a:noFill/>
          </a:ln>
        </p:spPr>
      </p:pic>
      <p:pic>
        <p:nvPicPr>
          <p:cNvPr id="319" name="Google Shape;319;p36"/>
          <p:cNvPicPr preferRelativeResize="0"/>
          <p:nvPr/>
        </p:nvPicPr>
        <p:blipFill>
          <a:blip r:embed="rId10">
            <a:alphaModFix/>
          </a:blip>
          <a:stretch>
            <a:fillRect/>
          </a:stretch>
        </p:blipFill>
        <p:spPr>
          <a:xfrm>
            <a:off x="8484500" y="4787550"/>
            <a:ext cx="545175" cy="363450"/>
          </a:xfrm>
          <a:prstGeom prst="rect">
            <a:avLst/>
          </a:prstGeom>
          <a:noFill/>
          <a:ln>
            <a:noFill/>
          </a:ln>
        </p:spPr>
      </p:pic>
      <p:pic>
        <p:nvPicPr>
          <p:cNvPr id="320" name="Google Shape;320;p36"/>
          <p:cNvPicPr preferRelativeResize="0"/>
          <p:nvPr/>
        </p:nvPicPr>
        <p:blipFill>
          <a:blip r:embed="rId11">
            <a:alphaModFix/>
          </a:blip>
          <a:stretch>
            <a:fillRect/>
          </a:stretch>
        </p:blipFill>
        <p:spPr>
          <a:xfrm>
            <a:off x="6608897" y="4938159"/>
            <a:ext cx="508200" cy="62254"/>
          </a:xfrm>
          <a:prstGeom prst="rect">
            <a:avLst/>
          </a:prstGeom>
          <a:noFill/>
          <a:ln>
            <a:noFill/>
          </a:ln>
        </p:spPr>
      </p:pic>
      <p:pic>
        <p:nvPicPr>
          <p:cNvPr id="321" name="Google Shape;321;p36"/>
          <p:cNvPicPr preferRelativeResize="0"/>
          <p:nvPr/>
        </p:nvPicPr>
        <p:blipFill>
          <a:blip r:embed="rId12">
            <a:alphaModFix/>
          </a:blip>
          <a:stretch>
            <a:fillRect/>
          </a:stretch>
        </p:blipFill>
        <p:spPr>
          <a:xfrm>
            <a:off x="7324875" y="4926950"/>
            <a:ext cx="338700" cy="84675"/>
          </a:xfrm>
          <a:prstGeom prst="rect">
            <a:avLst/>
          </a:prstGeom>
          <a:noFill/>
          <a:ln>
            <a:noFill/>
          </a:ln>
        </p:spPr>
      </p:pic>
      <p:sp>
        <p:nvSpPr>
          <p:cNvPr id="322" name="Google Shape;322;p36"/>
          <p:cNvSpPr/>
          <p:nvPr/>
        </p:nvSpPr>
        <p:spPr>
          <a:xfrm>
            <a:off x="113425" y="484562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17</a:t>
            </a:r>
            <a:endParaRPr b="1" sz="600">
              <a:solidFill>
                <a:srgbClr val="8942F0"/>
              </a:solidFill>
              <a:latin typeface="Inter"/>
              <a:ea typeface="Inter"/>
              <a:cs typeface="Inter"/>
              <a:sym typeface="Inter"/>
            </a:endParaRPr>
          </a:p>
        </p:txBody>
      </p:sp>
      <p:pic>
        <p:nvPicPr>
          <p:cNvPr id="323" name="Google Shape;323;p36"/>
          <p:cNvPicPr preferRelativeResize="0"/>
          <p:nvPr/>
        </p:nvPicPr>
        <p:blipFill>
          <a:blip r:embed="rId13">
            <a:alphaModFix/>
          </a:blip>
          <a:stretch>
            <a:fillRect/>
          </a:stretch>
        </p:blipFill>
        <p:spPr>
          <a:xfrm>
            <a:off x="5933788" y="2646325"/>
            <a:ext cx="2969201" cy="170497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7"/>
          <p:cNvSpPr/>
          <p:nvPr/>
        </p:nvSpPr>
        <p:spPr>
          <a:xfrm>
            <a:off x="75" y="100"/>
            <a:ext cx="9144000" cy="8376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29" name="Google Shape;329;p37"/>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330" name="Google Shape;330;p37"/>
          <p:cNvSpPr txBox="1"/>
          <p:nvPr>
            <p:ph type="ctrTitle"/>
          </p:nvPr>
        </p:nvSpPr>
        <p:spPr>
          <a:xfrm>
            <a:off x="291325" y="90125"/>
            <a:ext cx="22257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Ratings and reviews</a:t>
            </a:r>
            <a:endParaRPr sz="1600">
              <a:solidFill>
                <a:schemeClr val="lt1"/>
              </a:solidFill>
              <a:latin typeface="Inter"/>
              <a:ea typeface="Inter"/>
              <a:cs typeface="Inter"/>
              <a:sym typeface="Inter"/>
            </a:endParaRPr>
          </a:p>
        </p:txBody>
      </p:sp>
      <p:sp>
        <p:nvSpPr>
          <p:cNvPr id="331" name="Google Shape;331;p37"/>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18</a:t>
            </a:r>
            <a:endParaRPr b="1" sz="600">
              <a:solidFill>
                <a:srgbClr val="8942F0"/>
              </a:solidFill>
              <a:latin typeface="Inter"/>
              <a:ea typeface="Inter"/>
              <a:cs typeface="Inter"/>
              <a:sym typeface="Inter"/>
            </a:endParaRPr>
          </a:p>
        </p:txBody>
      </p:sp>
      <p:sp>
        <p:nvSpPr>
          <p:cNvPr id="332" name="Google Shape;332;p37"/>
          <p:cNvSpPr txBox="1"/>
          <p:nvPr>
            <p:ph type="ctrTitle"/>
          </p:nvPr>
        </p:nvSpPr>
        <p:spPr>
          <a:xfrm>
            <a:off x="291325" y="4748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F2F2F2"/>
                </a:solidFill>
                <a:latin typeface="Inter"/>
                <a:ea typeface="Inter"/>
                <a:cs typeface="Inter"/>
                <a:sym typeface="Inter"/>
              </a:rPr>
              <a:t>Add-on</a:t>
            </a:r>
            <a:endParaRPr i="1" sz="1000">
              <a:solidFill>
                <a:srgbClr val="F2F2F2"/>
              </a:solidFill>
              <a:latin typeface="Inter"/>
              <a:ea typeface="Inter"/>
              <a:cs typeface="Inter"/>
              <a:sym typeface="Inter"/>
            </a:endParaRPr>
          </a:p>
        </p:txBody>
      </p:sp>
      <p:pic>
        <p:nvPicPr>
          <p:cNvPr id="333" name="Google Shape;333;p37"/>
          <p:cNvPicPr preferRelativeResize="0"/>
          <p:nvPr/>
        </p:nvPicPr>
        <p:blipFill>
          <a:blip r:embed="rId4">
            <a:alphaModFix/>
          </a:blip>
          <a:stretch>
            <a:fillRect/>
          </a:stretch>
        </p:blipFill>
        <p:spPr>
          <a:xfrm>
            <a:off x="4735795" y="1774285"/>
            <a:ext cx="3789867" cy="2706404"/>
          </a:xfrm>
          <a:prstGeom prst="rect">
            <a:avLst/>
          </a:prstGeom>
          <a:noFill/>
          <a:ln>
            <a:noFill/>
          </a:ln>
        </p:spPr>
      </p:pic>
      <p:pic>
        <p:nvPicPr>
          <p:cNvPr id="334" name="Google Shape;334;p37"/>
          <p:cNvPicPr preferRelativeResize="0"/>
          <p:nvPr/>
        </p:nvPicPr>
        <p:blipFill>
          <a:blip r:embed="rId5">
            <a:alphaModFix/>
          </a:blip>
          <a:stretch>
            <a:fillRect/>
          </a:stretch>
        </p:blipFill>
        <p:spPr>
          <a:xfrm>
            <a:off x="1407352" y="1588035"/>
            <a:ext cx="4065025" cy="2463597"/>
          </a:xfrm>
          <a:prstGeom prst="rect">
            <a:avLst/>
          </a:prstGeom>
          <a:noFill/>
          <a:ln>
            <a:noFill/>
          </a:ln>
        </p:spPr>
      </p:pic>
      <p:pic>
        <p:nvPicPr>
          <p:cNvPr id="335" name="Google Shape;335;p37"/>
          <p:cNvPicPr preferRelativeResize="0"/>
          <p:nvPr/>
        </p:nvPicPr>
        <p:blipFill>
          <a:blip r:embed="rId6">
            <a:alphaModFix/>
          </a:blip>
          <a:stretch>
            <a:fillRect/>
          </a:stretch>
        </p:blipFill>
        <p:spPr>
          <a:xfrm>
            <a:off x="618488" y="1451948"/>
            <a:ext cx="1492216" cy="30814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